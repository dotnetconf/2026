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6" r:id="rId4"/>
  </p:sldMasterIdLst>
  <p:notesMasterIdLst>
    <p:notesMasterId r:id="rId27"/>
  </p:notesMasterIdLst>
  <p:sldIdLst>
    <p:sldId id="398" r:id="rId5"/>
    <p:sldId id="439" r:id="rId6"/>
    <p:sldId id="421" r:id="rId7"/>
    <p:sldId id="463" r:id="rId8"/>
    <p:sldId id="404" r:id="rId9"/>
    <p:sldId id="500" r:id="rId10"/>
    <p:sldId id="501" r:id="rId11"/>
    <p:sldId id="502" r:id="rId12"/>
    <p:sldId id="460" r:id="rId13"/>
    <p:sldId id="449" r:id="rId14"/>
    <p:sldId id="402" r:id="rId15"/>
    <p:sldId id="471" r:id="rId16"/>
    <p:sldId id="422" r:id="rId17"/>
    <p:sldId id="508" r:id="rId18"/>
    <p:sldId id="448" r:id="rId19"/>
    <p:sldId id="482" r:id="rId20"/>
    <p:sldId id="483" r:id="rId21"/>
    <p:sldId id="503" r:id="rId22"/>
    <p:sldId id="510" r:id="rId23"/>
    <p:sldId id="505" r:id="rId24"/>
    <p:sldId id="511" r:id="rId25"/>
    <p:sldId id="507" r:id="rId26"/>
  </p:sldIdLst>
  <p:sldSz cx="12192000" cy="6858000"/>
  <p:notesSz cx="13716000" cy="24387175"/>
  <p:embeddedFontLst>
    <p:embeddedFont>
      <p:font typeface="Cascadia Code" panose="020B0609020000020004" pitchFamily="49" charset="0"/>
      <p:regular r:id="rId28"/>
      <p:bold r:id="rId29"/>
      <p:italic r:id="rId30"/>
      <p:bold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Space Grotesk" pitchFamily="2" charset="0"/>
      <p:regular r:id="rId36"/>
      <p:bold r:id="rId37"/>
    </p:embeddedFont>
  </p:embeddedFontLst>
  <p:defaultTextStyle>
    <a:lvl1pPr marL="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900" kern="6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tting started" id="{3D304439-3F62-4608-BA3E-95B40BE3916A}">
          <p14:sldIdLst>
            <p14:sldId id="398"/>
            <p14:sldId id="439"/>
          </p14:sldIdLst>
        </p14:section>
        <p14:section name="Layouts" id="{2360CBF5-D792-48A7-81C3-7F8B6182FB7E}">
          <p14:sldIdLst>
            <p14:sldId id="421"/>
            <p14:sldId id="463"/>
            <p14:sldId id="404"/>
            <p14:sldId id="500"/>
            <p14:sldId id="501"/>
            <p14:sldId id="502"/>
            <p14:sldId id="460"/>
            <p14:sldId id="449"/>
            <p14:sldId id="402"/>
            <p14:sldId id="471"/>
            <p14:sldId id="422"/>
          </p14:sldIdLst>
        </p14:section>
        <p14:section name="Resources" id="{CEDD0C79-EEF6-4C5A-AB76-87CC047D1D1A}">
          <p14:sldIdLst>
            <p14:sldId id="508"/>
            <p14:sldId id="448"/>
            <p14:sldId id="482"/>
            <p14:sldId id="483"/>
          </p14:sldIdLst>
        </p14:section>
        <p14:section name="Additional Title Slides" id="{4CA870D8-E599-44BB-A96B-223CD172578D}">
          <p14:sldIdLst>
            <p14:sldId id="503"/>
            <p14:sldId id="510"/>
            <p14:sldId id="505"/>
            <p14:sldId id="511"/>
            <p14:sldId id="5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9E7"/>
    <a:srgbClr val="AAB3FA"/>
    <a:srgbClr val="3D8AFF"/>
    <a:srgbClr val="C1BCF3"/>
    <a:srgbClr val="1E0756"/>
    <a:srgbClr val="0657B2"/>
    <a:srgbClr val="EEEAFA"/>
    <a:srgbClr val="1F1E32"/>
    <a:srgbClr val="F4B1C9"/>
    <a:srgbClr val="EF99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456BE-EBAC-4F07-B011-F0FA78ED5B6B}" v="8" dt="2025-09-29T20:34:54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32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32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9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DB9A9-2746-03A1-32EE-8A29B5CF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49E98-09A8-6ADE-4560-B11D17ABF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CA512-7617-1AC5-E6E2-F063AAFAF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30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D9BDE-559B-B1CD-483A-D961ADBC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940CB-A71C-B59A-599A-A1A886901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7AF62-EE58-4417-1D3F-8EA1AD48F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11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DCF30-CBB2-4C72-242C-A0B9269F1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A8855-1F4A-2910-D7BE-38F390F8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1ABF6-3A24-79CA-540C-31AB1F0AB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1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 rotWithShape="1">
          <a:gsLst>
            <a:gs pos="0">
              <a:srgbClr val="120838"/>
            </a:gs>
            <a:gs pos="55000">
              <a:srgbClr val="2E1A9E"/>
            </a:gs>
            <a:gs pos="100000">
              <a:srgbClr val="3B5BE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Rock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49290" y="2500000"/>
            <a:ext cx="6199193" cy="3817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958" y="520700"/>
            <a:ext cx="5828541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7500"/>
              </a:lnSpc>
              <a:buNone/>
              <a:defRPr lang="en-US" sz="7500" b="1" i="0" kern="0" spc="-375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958" y="1460500"/>
            <a:ext cx="5828541" cy="914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7500"/>
              </a:lnSpc>
              <a:buNone/>
              <a:defRPr lang="en-US" sz="7500" b="0" i="0" kern="0" spc="-375" dirty="0" smtClean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 descr="Decorative image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3761" y="520700"/>
            <a:ext cx="914281" cy="914400"/>
          </a:xfrm>
          <a:prstGeom prst="rect">
            <a:avLst/>
          </a:prstGeom>
        </p:spPr>
      </p:pic>
      <p:sp>
        <p:nvSpPr>
          <p:cNvPr id="90" name="Speaker name"/>
          <p:cNvSpPr>
            <a:spLocks noGrp="1"/>
          </p:cNvSpPr>
          <p:nvPr>
            <p:ph type="body" sz="quarter" idx="13" hasCustomPrompt="1"/>
          </p:nvPr>
        </p:nvSpPr>
        <p:spPr>
          <a:xfrm>
            <a:off x="543958" y="5175000"/>
            <a:ext cx="4749382" cy="45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Speaker name</a:t>
            </a:r>
          </a:p>
        </p:txBody>
      </p:sp>
      <p:sp>
        <p:nvSpPr>
          <p:cNvPr id="91" name="Speaker 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543958" y="5675000"/>
            <a:ext cx="4749382" cy="35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600" b="0">
                <a:solidFill>
                  <a:srgbClr val="EEEAFB"/>
                </a:solidFill>
                <a:latin typeface="+mn-lt"/>
              </a:defRPr>
            </a:lvl1pPr>
          </a:lstStyle>
          <a:p>
            <a:r>
              <a:rPr lang="en-US"/>
              <a:t>Title, company</a:t>
            </a:r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 rotWithShape="1">
          <a:gsLst>
            <a:gs pos="0">
              <a:srgbClr val="120838"/>
            </a:gs>
            <a:gs pos="55000">
              <a:srgbClr val="2E1A9E"/>
            </a:gs>
            <a:gs pos="100000">
              <a:srgbClr val="3B5BE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Rocket cre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8984" y="2800000"/>
            <a:ext cx="3649525" cy="2974500"/>
          </a:xfrm>
          <a:prstGeom prst="rect">
            <a:avLst/>
          </a:prstGeom>
        </p:spPr>
      </p:pic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8509" y="3048113"/>
            <a:ext cx="3504744" cy="6446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5400"/>
              </a:lnSpc>
              <a:buNone/>
              <a:defRPr lang="en-US" sz="5000" b="0" i="0" kern="0" spc="-60" dirty="0" smtClean="0">
                <a:gradFill>
                  <a:gsLst>
                    <a:gs pos="0">
                      <a:srgbClr val="FF4FD8"/>
                    </a:gs>
                    <a:gs pos="100000">
                      <a:srgbClr val="9C8CFF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ts val="5400"/>
              </a:lnSpc>
              <a:buNone/>
            </a:pPr>
            <a:r>
              <a:rPr lang="en-US" sz="5000" kern="0" spc="-200">
                <a:solidFill>
                  <a:schemeClr val="bg1"/>
                </a:solidFill>
                <a:latin typeface="+mj-lt"/>
              </a:rPr>
              <a:t>Section title</a:t>
            </a:r>
            <a:endParaRPr lang="en-US" sz="5000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9485" y="3048113"/>
            <a:ext cx="776584" cy="644656"/>
          </a:xfrm>
          <a:prstGeom prst="rect">
            <a:avLst/>
          </a:prstGeom>
        </p:spPr>
        <p:txBody>
          <a:bodyPr wrap="none">
            <a:noAutofit/>
          </a:bodyPr>
          <a:lstStyle>
            <a:lvl1pPr marL="0" indent="0" algn="l" defTabSz="457154" rtl="0" eaLnBrk="1" latinLnBrk="0" hangingPunct="1">
              <a:lnSpc>
                <a:spcPts val="5400"/>
              </a:lnSpc>
              <a:buNone/>
              <a:defRPr lang="en-US" sz="5000" b="0" i="0" kern="0" spc="-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5000" kern="0" spc="-200">
                <a:solidFill>
                  <a:schemeClr val="bg2"/>
                </a:solidFill>
                <a:latin typeface="+mj-lt"/>
              </a:rPr>
              <a:t>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08" y="533400"/>
            <a:ext cx="11050000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4400" b="1" i="0" kern="0" spc="-6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0208" y="965200"/>
            <a:ext cx="3504744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3200" b="1" i="0" kern="0" spc="-60" dirty="0" smtClean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0208" y="1650000"/>
            <a:ext cx="11051584" cy="4650000"/>
          </a:xfrm>
          <a:prstGeom prst="roundRect">
            <a:avLst>
              <a:gd name="adj" fmla="val 3505"/>
            </a:avLst>
          </a:prstGeom>
        </p:spPr>
        <p:txBody>
          <a:bodyPr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+mn-lt"/>
              </a:defRPr>
            </a:lvl1pPr>
            <a:lvl2pPr>
              <a:defRPr sz="2400" b="1" i="0">
                <a:solidFill>
                  <a:schemeClr val="bg2"/>
                </a:solidFill>
                <a:latin typeface="+mn-lt"/>
              </a:defRPr>
            </a:lvl2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570208" y="2946401"/>
            <a:ext cx="5460971" cy="26162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6155894" y="2946401"/>
            <a:ext cx="5460971" cy="26162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800096" y="3175000"/>
            <a:ext cx="5003774" cy="787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800" b="0" i="0">
              <a:latin typeface="+mn-lt"/>
              <a:cs typeface="+mn-cs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6388067" y="3175000"/>
            <a:ext cx="5003774" cy="787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800" b="0" i="0">
              <a:latin typeface="+mn-lt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08" y="533400"/>
            <a:ext cx="11050000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4400" b="1" i="0" kern="0" spc="-6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0208" y="965200"/>
            <a:ext cx="3504744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3200" b="1" i="0" kern="0" spc="-60" dirty="0" smtClean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0768" y="3141924"/>
            <a:ext cx="3504744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3200" b="1" i="0" kern="0" spc="-6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sz="3000" b="0" i="0" u="none" strike="noStrike" kern="600" baseline="0">
                <a:solidFill>
                  <a:srgbClr val="FEFFFE"/>
                </a:solidFill>
                <a:latin typeface="+mj-lt"/>
              </a:rPr>
              <a:t>Item 1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0768" y="3573724"/>
            <a:ext cx="3504744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154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1" i="0" kern="0" spc="-6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sz="2400" b="0" i="0" u="none" strike="noStrike" kern="600" baseline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n-lt"/>
              </a:rPr>
              <a:t>Subtitle</a:t>
            </a:r>
            <a:endParaRPr lang="en-US" sz="2400" b="0" i="0" u="none" strike="noStrike" kern="600" baseline="0">
              <a:gradFill>
                <a:gsLst>
                  <a:gs pos="0">
                    <a:srgbClr val="D2DBF5"/>
                  </a:gs>
                  <a:gs pos="100000">
                    <a:srgbClr val="8A95B6"/>
                  </a:gs>
                </a:gsLst>
                <a:lin ang="5400000" scaled="0"/>
              </a:gradFill>
              <a:latin typeface="+mj-lt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46924" y="3141924"/>
            <a:ext cx="3931201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3200" b="1" i="0" kern="0" spc="-6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sz="3000" b="0" i="0" u="none" strike="noStrike" kern="600" baseline="0">
                <a:solidFill>
                  <a:srgbClr val="FEFFFE"/>
                </a:solidFill>
                <a:latin typeface="+mj-lt"/>
              </a:rPr>
              <a:t>Item 1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6924" y="3573724"/>
            <a:ext cx="3504744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154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1" i="0" kern="0" spc="-6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sz="2400" b="0" i="0" u="none" strike="noStrike" kern="600" baseline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n-lt"/>
              </a:rPr>
              <a:t>Subtitle</a:t>
            </a:r>
            <a:endParaRPr lang="en-US" sz="2400" b="0" i="0" u="none" strike="noStrike" kern="600" baseline="0">
              <a:gradFill>
                <a:gsLst>
                  <a:gs pos="0">
                    <a:srgbClr val="D2DBF5"/>
                  </a:gs>
                  <a:gs pos="100000">
                    <a:srgbClr val="8A95B6"/>
                  </a:gs>
                </a:gsLst>
                <a:lin ang="5400000" scaled="0"/>
              </a:gradFill>
              <a:latin typeface="+mj-lt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744" y="5108310"/>
            <a:ext cx="2203957" cy="27649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457154" rtl="0" eaLnBrk="1" latinLnBrk="0" hangingPunct="1">
              <a:lnSpc>
                <a:spcPts val="1600"/>
              </a:lnSpc>
              <a:buNone/>
              <a:defRPr lang="en-US" sz="2400" b="1" i="0" kern="0" spc="-24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rtl="0"/>
            <a:r>
              <a:rPr lang="en-US" sz="1600" b="0" i="0" u="none" strike="noStrike" kern="600" baseline="0">
                <a:solidFill>
                  <a:srgbClr val="FEFFFE"/>
                </a:solidFill>
                <a:latin typeface="+mn-lt"/>
              </a:rPr>
              <a:t>Description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1900" y="5108310"/>
            <a:ext cx="2203957" cy="27649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457154" rtl="0" eaLnBrk="1" latinLnBrk="0" hangingPunct="1">
              <a:lnSpc>
                <a:spcPts val="1600"/>
              </a:lnSpc>
              <a:buNone/>
              <a:defRPr lang="en-US" sz="2400" b="1" i="0" kern="0" spc="-24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rtl="0"/>
            <a:r>
              <a:rPr lang="en-US" sz="1600" b="0" i="0" u="none" strike="noStrike" kern="600" baseline="0">
                <a:solidFill>
                  <a:srgbClr val="FEFFFE"/>
                </a:solidFill>
                <a:latin typeface="+mn-lt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5052034" y="1499394"/>
            <a:ext cx="2087869" cy="29083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573486" y="1499394"/>
            <a:ext cx="2087869" cy="29083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9530582" y="1499394"/>
            <a:ext cx="2087869" cy="29083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6170180" y="4559300"/>
            <a:ext cx="5448272" cy="17272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570209" y="4559300"/>
            <a:ext cx="5448272" cy="17272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2816332" y="1499394"/>
            <a:ext cx="2087869" cy="137795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2816332" y="3028156"/>
            <a:ext cx="2087869" cy="137795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7294879" y="1499394"/>
            <a:ext cx="2087869" cy="137795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7294879" y="3028156"/>
            <a:ext cx="2087869" cy="137795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b="0" i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684" y="551622"/>
            <a:ext cx="3504744" cy="3175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+mn-lt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4" y="829918"/>
            <a:ext cx="11050000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3200" b="1" i="0" kern="0" spc="-36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4334" y="1711982"/>
            <a:ext cx="1727287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34" y="2038554"/>
            <a:ext cx="1727287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98095" y="1711982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8095" y="2038554"/>
            <a:ext cx="1759180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8095" y="3209187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8095" y="3535758"/>
            <a:ext cx="1759180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8445" y="1711982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8445" y="2038554"/>
            <a:ext cx="1759180" cy="900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53959" y="1711982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+mn-lt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53959" y="2038554"/>
            <a:ext cx="1759180" cy="4584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89426" y="1711982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+mn-lt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89426" y="2038554"/>
            <a:ext cx="1759180" cy="9005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53959" y="3209187"/>
            <a:ext cx="1759180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53959" y="3535758"/>
            <a:ext cx="1759180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4334" y="4751609"/>
            <a:ext cx="1727287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+mn-lt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4334" y="5078180"/>
            <a:ext cx="5079170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5560" y="4751609"/>
            <a:ext cx="1727287" cy="2198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+mn-lt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55560" y="5078180"/>
            <a:ext cx="5079170" cy="659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400"/>
              </a:lnSpc>
              <a:buFont typeface="Wingdings" pitchFamily="2" charset="2"/>
              <a:buNone/>
              <a:defRPr lang="en-US" sz="1100" b="0" i="0" kern="600" dirty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+mn-cs"/>
              </a:defRPr>
            </a:lvl1pPr>
          </a:lstStyle>
          <a:p>
            <a:pPr marL="0" indent="0" algn="l">
              <a:lnSpc>
                <a:spcPts val="14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+mn-lt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amet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elit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ut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+mn-lt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+mn-lt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0DE}">
                <a16:creationId xmlns:a16="http://schemas.microsoft.com/office/drawing/2014/main" xmlns="" id="{0B9D9174-12FF-9C28-25F8-E25F1E9EC0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4" y="546942"/>
            <a:ext cx="11050000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4400" b="1" i="0" kern="0" spc="-36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Code title</a:t>
            </a:r>
          </a:p>
        </p:txBody>
      </p:sp>
      <p:sp>
        <p:nvSpPr>
          <p:cNvPr id="7" name="Code Panel"/>
          <p:cNvSpPr/>
          <p:nvPr userDrawn="1"/>
        </p:nvSpPr>
        <p:spPr>
          <a:xfrm>
            <a:off x="571426" y="1128712"/>
            <a:ext cx="11049149" cy="5182346"/>
          </a:xfrm>
          <a:prstGeom prst="roundRect">
            <a:avLst>
              <a:gd name="adj" fmla="val 2400"/>
            </a:avLst>
          </a:prstGeom>
          <a:solidFill>
            <a:srgbClr val="0D0B24"/>
          </a:solidFill>
          <a:ln w="12700">
            <a:gradFill>
              <a:gsLst>
                <a:gs pos="0">
                  <a:srgbClr val="C21DC6"/>
                </a:gs>
                <a:gs pos="100000">
                  <a:srgbClr val="512BD4"/>
                </a:gs>
              </a:gsLst>
              <a:lin ang="0" scaled="1"/>
            </a:gradFill>
          </a:ln>
        </p:spPr>
        <p:txBody>
          <a:bodyPr/>
          <a:lstStyle/>
          <a:p>
            <a:endParaRPr lang="en-US" sz="1800"/>
          </a:p>
        </p:txBody>
      </p:sp>
      <p:sp>
        <p:nvSpPr>
          <p:cNvPr id="8" name="Window Dot 1"/>
          <p:cNvSpPr/>
          <p:nvPr userDrawn="1"/>
        </p:nvSpPr>
        <p:spPr>
          <a:xfrm>
            <a:off x="799896" y="1320000"/>
            <a:ext cx="114285" cy="114300"/>
          </a:xfrm>
          <a:prstGeom prst="ellipse">
            <a:avLst/>
          </a:prstGeom>
          <a:solidFill>
            <a:srgbClr val="C21DC6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9" name="Window Dot 2"/>
          <p:cNvSpPr/>
          <p:nvPr userDrawn="1"/>
        </p:nvSpPr>
        <p:spPr>
          <a:xfrm>
            <a:off x="989871" y="1320000"/>
            <a:ext cx="114285" cy="1143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10" name="Window Dot 3"/>
          <p:cNvSpPr/>
          <p:nvPr userDrawn="1"/>
        </p:nvSpPr>
        <p:spPr>
          <a:xfrm>
            <a:off x="1179846" y="1320000"/>
            <a:ext cx="114285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5" name="Code Placeholder"/>
          <p:cNvSpPr>
            <a:spLocks noGrp="1"/>
          </p:cNvSpPr>
          <p:nvPr>
            <p:ph type="body" sz="quarter" idx="41" hasCustomPrompt="1"/>
          </p:nvPr>
        </p:nvSpPr>
        <p:spPr>
          <a:xfrm>
            <a:off x="799896" y="1600000"/>
            <a:ext cx="10592208" cy="45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800" b="0" i="0">
                <a:solidFill>
                  <a:srgbClr val="E6E1FF"/>
                </a:solidFill>
                <a:latin typeface="Cascadia Code"/>
                <a:ea typeface="Cascadia Code"/>
                <a:cs typeface="Cascadia Code"/>
              </a:defRPr>
            </a:lvl1pPr>
          </a:lstStyle>
          <a:p>
            <a:r>
              <a:rPr lang="en-US"/>
              <a:t>// Paste code here (Cascadia Code, 32pt minimum)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571498" y="571500"/>
            <a:ext cx="2666986" cy="279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800" b="0" i="0">
              <a:latin typeface="+mn-lt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571498" y="571500"/>
            <a:ext cx="2666986" cy="279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800" b="0" i="0">
              <a:latin typeface="+mn-lt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684" y="546942"/>
            <a:ext cx="11050000" cy="4699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3400"/>
              </a:lnSpc>
              <a:buNone/>
              <a:defRPr lang="en-US" sz="4400" b="1" i="0" kern="0" spc="-36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595235" y="1128712"/>
            <a:ext cx="11001530" cy="5182346"/>
          </a:xfrm>
          <a:prstGeom prst="roundRect">
            <a:avLst>
              <a:gd name="adj" fmla="val 3473"/>
            </a:avLst>
          </a:prstGeom>
          <a:noFill/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634997" y="1225550"/>
            <a:ext cx="5448272" cy="1295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1800" b="0" i="0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5030" y="2153047"/>
            <a:ext cx="5836478" cy="255190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lang="en-US" sz="5000" b="0" i="0" kern="0" spc="-6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3CB413BA-3930-FE82-88A0-EA5EB423C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497" y="879476"/>
            <a:ext cx="234874" cy="21431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7A6E8C-30E6-E108-955E-F0C2EFDA0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582" y="1068668"/>
            <a:ext cx="8967001" cy="35133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lnSpc>
                <a:spcPts val="5400"/>
              </a:lnSpc>
              <a:buNone/>
              <a:defRPr lang="en-US" sz="5000" b="0" i="0" kern="0" spc="-200" dirty="0">
                <a:solidFill>
                  <a:schemeClr val="bg1"/>
                </a:solidFill>
                <a:latin typeface="+mj-lt"/>
                <a:ea typeface="Segoe Serif Regular" pitchFamily="34" charset="-122"/>
                <a:cs typeface="+mj-cs"/>
              </a:defRPr>
            </a:lvl1pPr>
          </a:lstStyle>
          <a:p>
            <a:pPr rtl="0"/>
            <a:r>
              <a:rPr lang="en-US" b="1" i="0" u="none" strike="noStrike">
                <a:solidFill>
                  <a:srgbClr val="E6E6E6"/>
                </a:solidFill>
                <a:effectLst/>
                <a:latin typeface="+mj-lt"/>
              </a:rPr>
              <a:t>Aspire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+mn-lt"/>
              </a:rPr>
              <a:t> provides tools, templates, and packages for building </a:t>
            </a:r>
            <a:r>
              <a:rPr lang="en-US" b="1" i="0" u="none" strike="noStrike">
                <a:solidFill>
                  <a:srgbClr val="E6E6E6"/>
                </a:solidFill>
                <a:effectLst/>
                <a:latin typeface="+mj-lt"/>
              </a:rPr>
              <a:t>observable, production-ready distributed apps”</a:t>
            </a:r>
            <a:endParaRPr lang="en-US" sz="5000" b="0" i="0" u="none" strike="noStrike" kern="600" baseline="0">
              <a:solidFill>
                <a:srgbClr val="FEFFFE"/>
              </a:solidFill>
              <a:latin typeface="+mn-l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4CF9D1-3CF4-0A00-E1E5-0844E60F73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6605" y="4696104"/>
            <a:ext cx="3184904" cy="2275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600"/>
              </a:lnSpc>
              <a:buFont typeface="Arial" panose="020B0604020202020204" pitchFamily="34" charset="0"/>
              <a:buNone/>
              <a:defRPr lang="en-US" sz="1800" b="0" i="0" kern="600" dirty="0">
                <a:solidFill>
                  <a:schemeClr val="bg1"/>
                </a:solidFill>
                <a:latin typeface="+mn-lt"/>
                <a:ea typeface="Inter Bold" pitchFamily="34" charset="-122"/>
                <a:cs typeface="+mn-cs"/>
              </a:defRPr>
            </a:lvl1pPr>
          </a:lstStyle>
          <a:p>
            <a:pPr lvl="0"/>
            <a:r>
              <a:rPr lang="en-US"/>
              <a:t>Name and Last Name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54061D7-8326-61BE-3388-13713C109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6605" y="4902097"/>
            <a:ext cx="3184904" cy="2275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1600"/>
              </a:lnSpc>
              <a:buFont typeface="Arial" panose="020B0604020202020204" pitchFamily="34" charset="0"/>
              <a:buNone/>
              <a:defRPr lang="en-US" sz="1600" b="0" i="0" kern="600" dirty="0">
                <a:solidFill>
                  <a:schemeClr val="bg2"/>
                </a:solidFill>
                <a:latin typeface="+mn-lt"/>
                <a:ea typeface="Inter Bold" pitchFamily="34" charset="-122"/>
                <a:cs typeface="Inter Bold" pitchFamily="34" charset="-120"/>
              </a:defRPr>
            </a:lvl1pPr>
          </a:lstStyle>
          <a:p>
            <a:pPr rtl="0"/>
            <a:r>
              <a:rPr lang="en-US" sz="1600" b="0" i="0" u="none" strike="noStrike" kern="600" baseline="0">
                <a:solidFill>
                  <a:srgbClr val="969696"/>
                </a:solidFill>
                <a:latin typeface="+mn-lt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3140" y="3993492"/>
            <a:ext cx="1745720" cy="2576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457154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 algn="ctr">
              <a:lnSpc>
                <a:spcPts val="22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+mn-lt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3140" y="4264798"/>
            <a:ext cx="1745720" cy="2576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457154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</a:lstStyle>
          <a:p>
            <a:pPr marL="0" indent="0" algn="ctr">
              <a:lnSpc>
                <a:spcPts val="2200"/>
              </a:lnSpc>
              <a:buNone/>
            </a:pPr>
            <a:r>
              <a:rPr lang="en-US" sz="1800" kern="0" spc="-36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n-lt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178" y="2167730"/>
            <a:ext cx="1693644" cy="1693864"/>
          </a:xfrm>
          <a:prstGeom prst="ellipse">
            <a:avLst/>
          </a:prstGeo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gradFill rotWithShape="1">
          <a:gsLst>
            <a:gs pos="0">
              <a:srgbClr val="120838"/>
            </a:gs>
            <a:gs pos="55000">
              <a:srgbClr val="2E1A9E"/>
            </a:gs>
            <a:gs pos="100000">
              <a:srgbClr val="3B5BE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486" y="3039322"/>
            <a:ext cx="3504744" cy="6446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154" rtl="0" eaLnBrk="1" latinLnBrk="0" hangingPunct="1">
              <a:lnSpc>
                <a:spcPts val="5400"/>
              </a:lnSpc>
              <a:buNone/>
              <a:defRPr lang="en-US" sz="5000" b="0" i="0" kern="0" spc="-60" dirty="0" smtClean="0">
                <a:solidFill>
                  <a:srgbClr val="0F0F0F">
                    <a:alpha val="100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ts val="5400"/>
              </a:lnSpc>
              <a:buNone/>
            </a:pPr>
            <a:r>
              <a:rPr lang="en-US" sz="5000" kern="0" spc="-200">
                <a:solidFill>
                  <a:schemeClr val="bg1"/>
                </a:solidFill>
                <a:latin typeface="+mj-lt"/>
              </a:rPr>
              <a:t>Thank you</a:t>
            </a:r>
            <a:endParaRPr lang="en-US" sz="500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9190" y="933450"/>
            <a:ext cx="914281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and explan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type="title" hasCustomPrompt="1"/>
          </p:nvPr>
        </p:nvSpPr>
        <p:spPr>
          <a:xfrm>
            <a:off x="566928" y="566928"/>
            <a:ext cx="4096512" cy="8686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32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Code title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66928" y="1554480"/>
            <a:ext cx="4096512" cy="46177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400" b="1" i="0" spc="0">
                <a:solidFill>
                  <a:srgbClr val="B9AAEE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Explain what the code does and why it matters.</a:t>
            </a:r>
          </a:p>
        </p:txBody>
      </p:sp>
      <p:sp>
        <p:nvSpPr>
          <p:cNvPr id="4" name="Code Panel"/>
          <p:cNvSpPr/>
          <p:nvPr userDrawn="1"/>
        </p:nvSpPr>
        <p:spPr>
          <a:xfrm>
            <a:off x="5099336" y="571500"/>
            <a:ext cx="6521238" cy="5715000"/>
          </a:xfrm>
          <a:prstGeom prst="roundRect">
            <a:avLst>
              <a:gd name="adj" fmla="val 2400"/>
            </a:avLst>
          </a:prstGeom>
          <a:solidFill>
            <a:srgbClr val="0D0B24"/>
          </a:solidFill>
          <a:ln w="12700">
            <a:gradFill>
              <a:gsLst>
                <a:gs pos="0">
                  <a:srgbClr val="D600AA"/>
                </a:gs>
                <a:gs pos="100000">
                  <a:srgbClr val="512BD4"/>
                </a:gs>
              </a:gsLst>
              <a:lin ang="0" scaled="1"/>
            </a:gradFill>
          </a:ln>
        </p:spPr>
        <p:txBody>
          <a:bodyPr/>
          <a:lstStyle/>
          <a:p>
            <a:endParaRPr lang="en-US" sz="1800"/>
          </a:p>
        </p:txBody>
      </p:sp>
      <p:sp>
        <p:nvSpPr>
          <p:cNvPr id="5" name="Window Dot 1"/>
          <p:cNvSpPr/>
          <p:nvPr userDrawn="1"/>
        </p:nvSpPr>
        <p:spPr>
          <a:xfrm>
            <a:off x="5324307" y="760000"/>
            <a:ext cx="114285" cy="114300"/>
          </a:xfrm>
          <a:prstGeom prst="ellipse">
            <a:avLst/>
          </a:prstGeom>
          <a:solidFill>
            <a:srgbClr val="D600AA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" name="Window Dot 2"/>
          <p:cNvSpPr/>
          <p:nvPr userDrawn="1"/>
        </p:nvSpPr>
        <p:spPr>
          <a:xfrm>
            <a:off x="5514282" y="760000"/>
            <a:ext cx="114285" cy="114300"/>
          </a:xfrm>
          <a:prstGeom prst="ellipse">
            <a:avLst/>
          </a:prstGeom>
          <a:solidFill>
            <a:srgbClr val="9780E5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7" name="Window Dot 3"/>
          <p:cNvSpPr/>
          <p:nvPr userDrawn="1"/>
        </p:nvSpPr>
        <p:spPr>
          <a:xfrm>
            <a:off x="5704258" y="760000"/>
            <a:ext cx="114285" cy="114300"/>
          </a:xfrm>
          <a:prstGeom prst="ellipse">
            <a:avLst/>
          </a:prstGeom>
          <a:solidFill>
            <a:srgbClr val="3C89FF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5324307" y="1075000"/>
            <a:ext cx="6074209" cy="50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i="0" spc="0">
                <a:solidFill>
                  <a:srgbClr val="E6E1FF"/>
                </a:solidFill>
                <a:latin typeface="Cascadia Code"/>
                <a:ea typeface="Cascadia Code"/>
                <a:cs typeface="Cascadia Code"/>
              </a:defRPr>
            </a:lvl1pPr>
          </a:lstStyle>
          <a:p>
            <a:r>
              <a:rPr lang="en-US"/>
              <a:t>Paste code here</a:t>
            </a:r>
          </a:p>
        </p:txBody>
      </p:sp>
    </p:spTree>
    <p:extLst>
      <p:ext uri="{BB962C8B-B14F-4D97-AF65-F5344CB8AC3E}">
        <p14:creationId xmlns:p14="http://schemas.microsoft.com/office/powerpoint/2010/main" val="2600000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control - co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een"/>
          <p:cNvSpPr/>
          <p:nvPr userDrawn="1"/>
        </p:nvSpPr>
        <p:spPr>
          <a:xfrm>
            <a:off x="2067518" y="258504"/>
            <a:ext cx="8115486" cy="4648196"/>
          </a:xfrm>
          <a:prstGeom prst="rect">
            <a:avLst/>
          </a:prstGeom>
          <a:solidFill>
            <a:srgbClr val="0D0B2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pic>
        <p:nvPicPr>
          <p:cNvPr id="3" name="Mission control conso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674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title" hasCustomPrompt="1"/>
          </p:nvPr>
        </p:nvSpPr>
        <p:spPr>
          <a:xfrm>
            <a:off x="2414016" y="502920"/>
            <a:ext cx="7415783" cy="5943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36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Code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41" hasCustomPrompt="1"/>
          </p:nvPr>
        </p:nvSpPr>
        <p:spPr>
          <a:xfrm>
            <a:off x="2414016" y="1188720"/>
            <a:ext cx="7415783" cy="341985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i="0" spc="0">
                <a:solidFill>
                  <a:srgbClr val="E6E1FF"/>
                </a:solidFill>
                <a:latin typeface="Cascadia Code"/>
                <a:ea typeface="Cascadia Code"/>
                <a:cs typeface="Cascadia Code"/>
              </a:defRPr>
            </a:lvl1pPr>
          </a:lstStyle>
          <a:p>
            <a:r>
              <a:rPr lang="en-US"/>
              <a:t>Paste code here</a:t>
            </a:r>
          </a:p>
        </p:txBody>
      </p:sp>
    </p:spTree>
    <p:extLst>
      <p:ext uri="{BB962C8B-B14F-4D97-AF65-F5344CB8AC3E}">
        <p14:creationId xmlns:p14="http://schemas.microsoft.com/office/powerpoint/2010/main" val="2600000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control - stat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een"/>
          <p:cNvSpPr/>
          <p:nvPr userDrawn="1"/>
        </p:nvSpPr>
        <p:spPr>
          <a:xfrm>
            <a:off x="2067518" y="258504"/>
            <a:ext cx="8115486" cy="4648196"/>
          </a:xfrm>
          <a:prstGeom prst="rect">
            <a:avLst/>
          </a:prstGeom>
          <a:gradFill rotWithShape="1">
            <a:gsLst>
              <a:gs pos="0">
                <a:srgbClr val="512BD4"/>
              </a:gs>
              <a:gs pos="100000">
                <a:srgbClr val="0B6CFF"/>
              </a:gs>
            </a:gsLst>
            <a:lin ang="2700000" scaled="1"/>
          </a:gradFill>
          <a:ln>
            <a:noFill/>
          </a:ln>
        </p:spPr>
        <p:txBody>
          <a:bodyPr/>
          <a:lstStyle/>
          <a:p>
            <a:endParaRPr lang="en-US" sz="1800"/>
          </a:p>
        </p:txBody>
      </p:sp>
      <p:pic>
        <p:nvPicPr>
          <p:cNvPr id="3" name="Mission control conso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674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title" hasCustomPrompt="1"/>
          </p:nvPr>
        </p:nvSpPr>
        <p:spPr>
          <a:xfrm>
            <a:off x="2567452" y="758504"/>
            <a:ext cx="7115616" cy="364819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7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Make awesome apps</a:t>
            </a:r>
          </a:p>
        </p:txBody>
      </p:sp>
    </p:spTree>
    <p:extLst>
      <p:ext uri="{BB962C8B-B14F-4D97-AF65-F5344CB8AC3E}">
        <p14:creationId xmlns:p14="http://schemas.microsoft.com/office/powerpoint/2010/main" val="2600000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ouncement">
    <p:bg>
      <p:bgPr>
        <a:gradFill rotWithShape="1">
          <a:gsLst>
            <a:gs pos="0">
              <a:srgbClr val="3A12B8"/>
            </a:gs>
            <a:gs pos="60000">
              <a:srgbClr val="4A2BE0"/>
            </a:gs>
            <a:gs pos="100000">
              <a:srgbClr val="2F6B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92807" y="1960875"/>
            <a:ext cx="5749252" cy="353625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title" hasCustomPrompt="1"/>
          </p:nvPr>
        </p:nvSpPr>
        <p:spPr>
          <a:xfrm>
            <a:off x="571426" y="2150000"/>
            <a:ext cx="5499284" cy="5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4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Announcing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71426" y="2700000"/>
            <a:ext cx="5499284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69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.NET 11</a:t>
            </a:r>
          </a:p>
        </p:txBody>
      </p:sp>
    </p:spTree>
    <p:extLst>
      <p:ext uri="{BB962C8B-B14F-4D97-AF65-F5344CB8AC3E}">
        <p14:creationId xmlns:p14="http://schemas.microsoft.com/office/powerpoint/2010/main" val="2600000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ouncement - magenta">
    <p:bg>
      <p:bgPr>
        <a:gradFill rotWithShape="1">
          <a:gsLst>
            <a:gs pos="0">
              <a:srgbClr val="6A0FB8"/>
            </a:gs>
            <a:gs pos="55000">
              <a:srgbClr val="B01ACB"/>
            </a:gs>
            <a:gs pos="100000">
              <a:srgbClr val="D60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ock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92807" y="1960875"/>
            <a:ext cx="5749252" cy="353625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title" hasCustomPrompt="1"/>
          </p:nvPr>
        </p:nvSpPr>
        <p:spPr>
          <a:xfrm>
            <a:off x="571426" y="2150000"/>
            <a:ext cx="5499284" cy="5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24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Announcing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71426" y="2700000"/>
            <a:ext cx="5499284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69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.NET 11</a:t>
            </a:r>
          </a:p>
        </p:txBody>
      </p:sp>
    </p:spTree>
    <p:extLst>
      <p:ext uri="{BB962C8B-B14F-4D97-AF65-F5344CB8AC3E}">
        <p14:creationId xmlns:p14="http://schemas.microsoft.com/office/powerpoint/2010/main" val="2600000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tform">
    <p:bg>
      <p:bgPr>
        <a:gradFill rotWithShape="1">
          <a:gsLst>
            <a:gs pos="0">
              <a:srgbClr val="3A12B8"/>
            </a:gs>
            <a:gs pos="60000">
              <a:srgbClr val="4A2BE0"/>
            </a:gs>
            <a:gs pos="100000">
              <a:srgbClr val="2F6B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Rocket flame 1"/>
          <p:cNvSpPr/>
          <p:nvPr userDrawn="1"/>
        </p:nvSpPr>
        <p:spPr>
          <a:xfrm>
            <a:off x="10012680" y="4937760"/>
            <a:ext cx="219456" cy="1234439"/>
          </a:xfrm>
          <a:custGeom>
            <a:avLst/>
            <a:gdLst/>
            <a:ahLst/>
            <a:cxnLst/>
            <a:rect l="0" t="0" r="r" b="b"/>
            <a:pathLst>
              <a:path w="219456" h="1234439">
                <a:moveTo>
                  <a:pt x="0" y="0"/>
                </a:moveTo>
                <a:lnTo>
                  <a:pt x="219456" y="0"/>
                </a:lnTo>
                <a:lnTo>
                  <a:pt x="109728" y="1234439"/>
                </a:lnTo>
                <a:close/>
              </a:path>
            </a:pathLst>
          </a:custGeom>
          <a:gradFill rotWithShape="1">
            <a:gsLst>
              <a:gs pos="0">
                <a:srgbClr val="FFF3E0"/>
              </a:gs>
              <a:gs pos="55000">
                <a:srgbClr val="FBE3C8">
                  <a:alpha val="85000"/>
                </a:srgbClr>
              </a:gs>
              <a:gs pos="100000">
                <a:srgbClr val="FBE3C8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Rocket flame 2"/>
          <p:cNvSpPr/>
          <p:nvPr userDrawn="1"/>
        </p:nvSpPr>
        <p:spPr>
          <a:xfrm>
            <a:off x="10451592" y="4937760"/>
            <a:ext cx="219456" cy="1234439"/>
          </a:xfrm>
          <a:custGeom>
            <a:avLst/>
            <a:gdLst/>
            <a:ahLst/>
            <a:cxnLst/>
            <a:rect l="0" t="0" r="r" b="b"/>
            <a:pathLst>
              <a:path w="219456" h="1234439">
                <a:moveTo>
                  <a:pt x="0" y="0"/>
                </a:moveTo>
                <a:lnTo>
                  <a:pt x="219456" y="0"/>
                </a:lnTo>
                <a:lnTo>
                  <a:pt x="109728" y="1234439"/>
                </a:lnTo>
                <a:close/>
              </a:path>
            </a:pathLst>
          </a:custGeom>
          <a:gradFill rotWithShape="1">
            <a:gsLst>
              <a:gs pos="0">
                <a:srgbClr val="FFF3E0"/>
              </a:gs>
              <a:gs pos="55000">
                <a:srgbClr val="FBE3C8">
                  <a:alpha val="85000"/>
                </a:srgbClr>
              </a:gs>
              <a:gs pos="100000">
                <a:srgbClr val="FBE3C8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Bots and rock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1426" y="1158679"/>
            <a:ext cx="11049149" cy="5449320"/>
          </a:xfrm>
          <a:prstGeom prst="rect">
            <a:avLst/>
          </a:prstGeom>
        </p:spPr>
      </p:pic>
      <p:sp>
        <p:nvSpPr>
          <p:cNvPr id="4" name="Text Placeholder 4"/>
          <p:cNvSpPr>
            <a:spLocks noGrp="1"/>
          </p:cNvSpPr>
          <p:nvPr>
            <p:ph type="title" hasCustomPrompt="1"/>
          </p:nvPr>
        </p:nvSpPr>
        <p:spPr>
          <a:xfrm>
            <a:off x="571426" y="571500"/>
            <a:ext cx="7998958" cy="7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platform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71426" y="1300000"/>
            <a:ext cx="7998958" cy="6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000" b="0" i="0" spc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for your apps</a:t>
            </a:r>
          </a:p>
        </p:txBody>
      </p:sp>
    </p:spTree>
    <p:extLst>
      <p:ext uri="{BB962C8B-B14F-4D97-AF65-F5344CB8AC3E}">
        <p14:creationId xmlns:p14="http://schemas.microsoft.com/office/powerpoint/2010/main" val="2600000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bg>
      <p:bgPr>
        <a:gradFill rotWithShape="1">
          <a:gsLst>
            <a:gs pos="0">
              <a:srgbClr val="120838"/>
            </a:gs>
            <a:gs pos="55000">
              <a:srgbClr val="2E1A9E"/>
            </a:gs>
            <a:gs pos="100000">
              <a:srgbClr val="3B5BE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ar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rame"/>
          <p:cNvSpPr/>
          <p:nvPr userDrawn="1"/>
        </p:nvSpPr>
        <p:spPr>
          <a:xfrm>
            <a:off x="1199844" y="500000"/>
            <a:ext cx="9792312" cy="4300000"/>
          </a:xfrm>
          <a:prstGeom prst="roundRect">
            <a:avLst>
              <a:gd name="adj" fmla="val 6000"/>
            </a:avLst>
          </a:prstGeom>
          <a:solidFill>
            <a:srgbClr val="1A0B5E">
              <a:alpha val="55000"/>
            </a:srgbClr>
          </a:solidFill>
          <a:ln w="38100">
            <a:gradFill>
              <a:gsLst>
                <a:gs pos="0">
                  <a:srgbClr val="D600AA"/>
                </a:gs>
                <a:gs pos="100000">
                  <a:srgbClr val="7455DD"/>
                </a:gs>
              </a:gsLst>
              <a:lin ang="0" scaled="1"/>
            </a:gradFill>
          </a:ln>
        </p:spPr>
        <p:txBody>
          <a:bodyPr/>
          <a:lstStyle/>
          <a:p>
            <a:endParaRPr lang="en-US" sz="1800"/>
          </a:p>
        </p:txBody>
      </p:sp>
      <p:pic>
        <p:nvPicPr>
          <p:cNvPr id="3" name="Bots at conso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21309" y="5126036"/>
            <a:ext cx="4749382" cy="1631964"/>
          </a:xfrm>
          <a:prstGeom prst="rect">
            <a:avLst/>
          </a:prstGeom>
        </p:spPr>
      </p:pic>
      <p:sp>
        <p:nvSpPr>
          <p:cNvPr id="5" name="Text Placeholder 5"/>
          <p:cNvSpPr>
            <a:spLocks noGrp="1"/>
          </p:cNvSpPr>
          <p:nvPr>
            <p:ph type="title" hasCustomPrompt="1"/>
          </p:nvPr>
        </p:nvSpPr>
        <p:spPr>
          <a:xfrm>
            <a:off x="1799766" y="1250000"/>
            <a:ext cx="8592468" cy="135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000" b="1" i="0" spc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Our vision for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99766" y="2650000"/>
            <a:ext cx="8592468" cy="12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000" b="1" i="0" spc="0">
                <a:solidFill>
                  <a:srgbClr val="B9AAE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.NET 11</a:t>
            </a:r>
          </a:p>
        </p:txBody>
      </p:sp>
    </p:spTree>
    <p:extLst>
      <p:ext uri="{BB962C8B-B14F-4D97-AF65-F5344CB8AC3E}">
        <p14:creationId xmlns:p14="http://schemas.microsoft.com/office/powerpoint/2010/main" val="26000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</p:sldLayoutIdLst>
  <p:hf sldNum="0" hdr="0" ftr="0" dt="0"/>
  <p:txStyles>
    <p:titleStyle>
      <a:lvl1pPr algn="l" defTabSz="457154" rtl="0" eaLnBrk="1" latinLnBrk="0" hangingPunct="1">
        <a:spcBef>
          <a:spcPct val="0"/>
        </a:spcBef>
        <a:buNone/>
        <a:defRPr sz="4400" b="1" kern="600">
          <a:gradFill>
            <a:gsLst>
              <a:gs pos="0">
                <a:srgbClr val="FF4FD8"/>
              </a:gs>
              <a:gs pos="100000">
                <a:srgbClr val="9C8CFF"/>
              </a:gs>
            </a:gsLst>
            <a:lin ang="0" scaled="0"/>
          </a:gradFill>
          <a:latin typeface="+mj-lt"/>
          <a:ea typeface="+mj-ea"/>
          <a:cs typeface="+mj-cs"/>
        </a:defRPr>
      </a:lvl1pPr>
    </p:titleStyle>
    <p:bodyStyle>
      <a:lvl1pPr marL="171433" indent="-171433" algn="l" defTabSz="457154" rtl="0" eaLnBrk="1" latinLnBrk="0" hangingPunct="1">
        <a:spcBef>
          <a:spcPct val="20000"/>
        </a:spcBef>
        <a:buFont typeface="Arial" pitchFamily="34" charset="0"/>
        <a:buChar char="•"/>
        <a:defRPr sz="2800" b="1" kern="600">
          <a:solidFill>
            <a:schemeClr val="tx1"/>
          </a:solidFill>
          <a:latin typeface="+mn-lt"/>
          <a:ea typeface="+mn-ea"/>
          <a:cs typeface="+mn-cs"/>
        </a:defRPr>
      </a:lvl1pPr>
      <a:lvl2pPr marL="371438" indent="-142860" algn="l" defTabSz="457154" rtl="0" eaLnBrk="1" latinLnBrk="0" hangingPunct="1">
        <a:spcBef>
          <a:spcPct val="20000"/>
        </a:spcBef>
        <a:buFont typeface="Arial" pitchFamily="34" charset="0"/>
        <a:buChar char="–"/>
        <a:defRPr sz="2400" b="1" kern="600">
          <a:solidFill>
            <a:schemeClr val="tx1"/>
          </a:solidFill>
          <a:latin typeface="+mn-lt"/>
          <a:ea typeface="+mn-ea"/>
          <a:cs typeface="+mn-cs"/>
        </a:defRPr>
      </a:lvl2pPr>
      <a:lvl3pPr marL="571443" indent="-114288" algn="l" defTabSz="457154" rtl="0" eaLnBrk="1" latinLnBrk="0" hangingPunct="1">
        <a:spcBef>
          <a:spcPct val="20000"/>
        </a:spcBef>
        <a:buFont typeface="Arial" pitchFamily="34" charset="0"/>
        <a:buChar char="•"/>
        <a:defRPr sz="2000" b="1" kern="600">
          <a:solidFill>
            <a:schemeClr val="tx1"/>
          </a:solidFill>
          <a:latin typeface="+mn-lt"/>
          <a:ea typeface="+mn-ea"/>
          <a:cs typeface="+mn-cs"/>
        </a:defRPr>
      </a:lvl3pPr>
      <a:lvl4pPr marL="800020" indent="-114288" algn="l" defTabSz="457154" rtl="0" eaLnBrk="1" latinLnBrk="0" hangingPunct="1">
        <a:spcBef>
          <a:spcPct val="20000"/>
        </a:spcBef>
        <a:buFont typeface="Arial" pitchFamily="34" charset="0"/>
        <a:buChar char="–"/>
        <a:defRPr sz="2000" b="1" kern="600">
          <a:solidFill>
            <a:schemeClr val="tx1"/>
          </a:solidFill>
          <a:latin typeface="+mn-lt"/>
          <a:ea typeface="+mn-ea"/>
          <a:cs typeface="+mn-cs"/>
        </a:defRPr>
      </a:lvl4pPr>
      <a:lvl5pPr marL="1028597" indent="-114288" algn="l" defTabSz="457154" rtl="0" eaLnBrk="1" latinLnBrk="0" hangingPunct="1">
        <a:spcBef>
          <a:spcPct val="20000"/>
        </a:spcBef>
        <a:buFont typeface="Arial" pitchFamily="34" charset="0"/>
        <a:buChar char="»"/>
        <a:defRPr sz="2000" b="1" kern="600">
          <a:solidFill>
            <a:schemeClr val="tx1"/>
          </a:solidFill>
          <a:latin typeface="+mn-lt"/>
          <a:ea typeface="+mn-ea"/>
          <a:cs typeface="+mn-cs"/>
        </a:defRPr>
      </a:lvl5pPr>
      <a:lvl6pPr marL="1257174" indent="-114288" algn="l" defTabSz="457154" rtl="0" eaLnBrk="1" latinLnBrk="0" hangingPunct="1">
        <a:spcBef>
          <a:spcPct val="20000"/>
        </a:spcBef>
        <a:buFont typeface="Arial" pitchFamily="34" charset="0"/>
        <a:buChar char="•"/>
        <a:defRPr sz="1600" kern="600">
          <a:solidFill>
            <a:schemeClr val="tx1"/>
          </a:solidFill>
          <a:latin typeface="+mn-lt"/>
          <a:ea typeface="+mn-ea"/>
          <a:cs typeface="+mn-cs"/>
        </a:defRPr>
      </a:lvl6pPr>
      <a:lvl7pPr marL="1485752" indent="-114288" algn="l" defTabSz="457154" rtl="0" eaLnBrk="1" latinLnBrk="0" hangingPunct="1">
        <a:spcBef>
          <a:spcPct val="20000"/>
        </a:spcBef>
        <a:buFont typeface="Arial" pitchFamily="34" charset="0"/>
        <a:buChar char="•"/>
        <a:defRPr sz="1600" kern="600">
          <a:solidFill>
            <a:schemeClr val="tx1"/>
          </a:solidFill>
          <a:latin typeface="+mn-lt"/>
          <a:ea typeface="+mn-ea"/>
          <a:cs typeface="+mn-cs"/>
        </a:defRPr>
      </a:lvl7pPr>
      <a:lvl8pPr marL="1714328" indent="-114288" algn="l" defTabSz="457154" rtl="0" eaLnBrk="1" latinLnBrk="0" hangingPunct="1">
        <a:spcBef>
          <a:spcPct val="20000"/>
        </a:spcBef>
        <a:buFont typeface="Arial" pitchFamily="34" charset="0"/>
        <a:buChar char="•"/>
        <a:defRPr sz="1600" kern="600">
          <a:solidFill>
            <a:schemeClr val="tx1"/>
          </a:solidFill>
          <a:latin typeface="+mn-lt"/>
          <a:ea typeface="+mn-ea"/>
          <a:cs typeface="+mn-cs"/>
        </a:defRPr>
      </a:lvl8pPr>
      <a:lvl9pPr marL="1942906" indent="-114288" algn="l" defTabSz="457154" rtl="0" eaLnBrk="1" latinLnBrk="0" hangingPunct="1">
        <a:spcBef>
          <a:spcPct val="20000"/>
        </a:spcBef>
        <a:buFont typeface="Arial" pitchFamily="34" charset="0"/>
        <a:buChar char="•"/>
        <a:defRPr sz="1600" kern="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1pPr>
      <a:lvl2pPr marL="228577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2pPr>
      <a:lvl3pPr marL="457154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3pPr>
      <a:lvl4pPr marL="685732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4pPr>
      <a:lvl5pPr marL="914308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5pPr>
      <a:lvl6pPr marL="1142886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6pPr>
      <a:lvl7pPr marL="1371463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7pPr>
      <a:lvl8pPr marL="1600040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8pPr>
      <a:lvl9pPr marL="1828617" algn="l" defTabSz="457154" rtl="0" eaLnBrk="1" latinLnBrk="0" hangingPunct="1">
        <a:defRPr sz="1800" kern="6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1.svg"/><Relationship Id="rId21" Type="http://schemas.openxmlformats.org/officeDocument/2006/relationships/image" Target="../media/image36.svg"/><Relationship Id="rId42" Type="http://schemas.openxmlformats.org/officeDocument/2006/relationships/image" Target="../media/image57.svg"/><Relationship Id="rId47" Type="http://schemas.openxmlformats.org/officeDocument/2006/relationships/image" Target="../media/image62.svg"/><Relationship Id="rId63" Type="http://schemas.openxmlformats.org/officeDocument/2006/relationships/image" Target="../media/image78.svg"/><Relationship Id="rId68" Type="http://schemas.openxmlformats.org/officeDocument/2006/relationships/image" Target="../media/image83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1.svg"/><Relationship Id="rId29" Type="http://schemas.openxmlformats.org/officeDocument/2006/relationships/image" Target="../media/image44.svg"/><Relationship Id="rId11" Type="http://schemas.openxmlformats.org/officeDocument/2006/relationships/image" Target="../media/image26.svg"/><Relationship Id="rId24" Type="http://schemas.openxmlformats.org/officeDocument/2006/relationships/image" Target="../media/image39.svg"/><Relationship Id="rId32" Type="http://schemas.openxmlformats.org/officeDocument/2006/relationships/image" Target="../media/image47.svg"/><Relationship Id="rId37" Type="http://schemas.openxmlformats.org/officeDocument/2006/relationships/image" Target="../media/image52.svg"/><Relationship Id="rId40" Type="http://schemas.openxmlformats.org/officeDocument/2006/relationships/image" Target="../media/image55.svg"/><Relationship Id="rId45" Type="http://schemas.openxmlformats.org/officeDocument/2006/relationships/image" Target="../media/image60.svg"/><Relationship Id="rId53" Type="http://schemas.openxmlformats.org/officeDocument/2006/relationships/image" Target="../media/image68.svg"/><Relationship Id="rId58" Type="http://schemas.openxmlformats.org/officeDocument/2006/relationships/image" Target="../media/image73.svg"/><Relationship Id="rId66" Type="http://schemas.openxmlformats.org/officeDocument/2006/relationships/image" Target="../media/image81.svg"/><Relationship Id="rId74" Type="http://schemas.openxmlformats.org/officeDocument/2006/relationships/hyperlink" Target="https://iconcloud.design/browse/Fluent%20System%20Library/Fluent%20Filled" TargetMode="External"/><Relationship Id="rId5" Type="http://schemas.openxmlformats.org/officeDocument/2006/relationships/image" Target="../media/image20.svg"/><Relationship Id="rId61" Type="http://schemas.openxmlformats.org/officeDocument/2006/relationships/image" Target="../media/image76.svg"/><Relationship Id="rId19" Type="http://schemas.openxmlformats.org/officeDocument/2006/relationships/image" Target="../media/image34.svg"/><Relationship Id="rId14" Type="http://schemas.openxmlformats.org/officeDocument/2006/relationships/image" Target="../media/image29.svg"/><Relationship Id="rId22" Type="http://schemas.openxmlformats.org/officeDocument/2006/relationships/image" Target="../media/image37.svg"/><Relationship Id="rId27" Type="http://schemas.openxmlformats.org/officeDocument/2006/relationships/image" Target="../media/image42.svg"/><Relationship Id="rId30" Type="http://schemas.openxmlformats.org/officeDocument/2006/relationships/image" Target="../media/image45.svg"/><Relationship Id="rId35" Type="http://schemas.openxmlformats.org/officeDocument/2006/relationships/image" Target="../media/image50.svg"/><Relationship Id="rId43" Type="http://schemas.openxmlformats.org/officeDocument/2006/relationships/image" Target="../media/image58.svg"/><Relationship Id="rId48" Type="http://schemas.openxmlformats.org/officeDocument/2006/relationships/image" Target="../media/image63.svg"/><Relationship Id="rId56" Type="http://schemas.openxmlformats.org/officeDocument/2006/relationships/image" Target="../media/image71.svg"/><Relationship Id="rId64" Type="http://schemas.openxmlformats.org/officeDocument/2006/relationships/image" Target="../media/image79.svg"/><Relationship Id="rId69" Type="http://schemas.openxmlformats.org/officeDocument/2006/relationships/image" Target="../media/image84.svg"/><Relationship Id="rId8" Type="http://schemas.openxmlformats.org/officeDocument/2006/relationships/image" Target="../media/image23.svg"/><Relationship Id="rId51" Type="http://schemas.openxmlformats.org/officeDocument/2006/relationships/image" Target="../media/image66.svg"/><Relationship Id="rId72" Type="http://schemas.openxmlformats.org/officeDocument/2006/relationships/image" Target="../media/image87.svg"/><Relationship Id="rId3" Type="http://schemas.openxmlformats.org/officeDocument/2006/relationships/image" Target="../media/image18.svg"/><Relationship Id="rId12" Type="http://schemas.openxmlformats.org/officeDocument/2006/relationships/image" Target="../media/image27.svg"/><Relationship Id="rId17" Type="http://schemas.openxmlformats.org/officeDocument/2006/relationships/image" Target="../media/image32.svg"/><Relationship Id="rId25" Type="http://schemas.openxmlformats.org/officeDocument/2006/relationships/image" Target="../media/image40.svg"/><Relationship Id="rId33" Type="http://schemas.openxmlformats.org/officeDocument/2006/relationships/image" Target="../media/image48.svg"/><Relationship Id="rId38" Type="http://schemas.openxmlformats.org/officeDocument/2006/relationships/image" Target="../media/image53.svg"/><Relationship Id="rId46" Type="http://schemas.openxmlformats.org/officeDocument/2006/relationships/image" Target="../media/image61.svg"/><Relationship Id="rId59" Type="http://schemas.openxmlformats.org/officeDocument/2006/relationships/image" Target="../media/image74.svg"/><Relationship Id="rId67" Type="http://schemas.openxmlformats.org/officeDocument/2006/relationships/image" Target="../media/image82.svg"/><Relationship Id="rId20" Type="http://schemas.openxmlformats.org/officeDocument/2006/relationships/image" Target="../media/image35.svg"/><Relationship Id="rId41" Type="http://schemas.openxmlformats.org/officeDocument/2006/relationships/image" Target="../media/image56.svg"/><Relationship Id="rId54" Type="http://schemas.openxmlformats.org/officeDocument/2006/relationships/image" Target="../media/image69.svg"/><Relationship Id="rId62" Type="http://schemas.openxmlformats.org/officeDocument/2006/relationships/image" Target="../media/image77.svg"/><Relationship Id="rId70" Type="http://schemas.openxmlformats.org/officeDocument/2006/relationships/image" Target="../media/image8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15" Type="http://schemas.openxmlformats.org/officeDocument/2006/relationships/image" Target="../media/image30.svg"/><Relationship Id="rId23" Type="http://schemas.openxmlformats.org/officeDocument/2006/relationships/image" Target="../media/image38.svg"/><Relationship Id="rId28" Type="http://schemas.openxmlformats.org/officeDocument/2006/relationships/image" Target="../media/image43.svg"/><Relationship Id="rId36" Type="http://schemas.openxmlformats.org/officeDocument/2006/relationships/image" Target="../media/image51.svg"/><Relationship Id="rId49" Type="http://schemas.openxmlformats.org/officeDocument/2006/relationships/image" Target="../media/image64.svg"/><Relationship Id="rId57" Type="http://schemas.openxmlformats.org/officeDocument/2006/relationships/image" Target="../media/image72.svg"/><Relationship Id="rId10" Type="http://schemas.openxmlformats.org/officeDocument/2006/relationships/image" Target="../media/image25.svg"/><Relationship Id="rId31" Type="http://schemas.openxmlformats.org/officeDocument/2006/relationships/image" Target="../media/image46.svg"/><Relationship Id="rId44" Type="http://schemas.openxmlformats.org/officeDocument/2006/relationships/image" Target="../media/image59.svg"/><Relationship Id="rId52" Type="http://schemas.openxmlformats.org/officeDocument/2006/relationships/image" Target="../media/image67.svg"/><Relationship Id="rId60" Type="http://schemas.openxmlformats.org/officeDocument/2006/relationships/image" Target="../media/image75.svg"/><Relationship Id="rId65" Type="http://schemas.openxmlformats.org/officeDocument/2006/relationships/image" Target="../media/image80.svg"/><Relationship Id="rId73" Type="http://schemas.openxmlformats.org/officeDocument/2006/relationships/image" Target="../media/image88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Relationship Id="rId13" Type="http://schemas.openxmlformats.org/officeDocument/2006/relationships/image" Target="../media/image28.svg"/><Relationship Id="rId18" Type="http://schemas.openxmlformats.org/officeDocument/2006/relationships/image" Target="../media/image33.svg"/><Relationship Id="rId39" Type="http://schemas.openxmlformats.org/officeDocument/2006/relationships/image" Target="../media/image54.svg"/><Relationship Id="rId34" Type="http://schemas.openxmlformats.org/officeDocument/2006/relationships/image" Target="../media/image49.svg"/><Relationship Id="rId50" Type="http://schemas.openxmlformats.org/officeDocument/2006/relationships/image" Target="../media/image65.svg"/><Relationship Id="rId55" Type="http://schemas.openxmlformats.org/officeDocument/2006/relationships/image" Target="../media/image70.svg"/><Relationship Id="rId7" Type="http://schemas.openxmlformats.org/officeDocument/2006/relationships/image" Target="../media/image22.svg"/><Relationship Id="rId71" Type="http://schemas.openxmlformats.org/officeDocument/2006/relationships/image" Target="../media/image86.sv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2.svg"/><Relationship Id="rId21" Type="http://schemas.openxmlformats.org/officeDocument/2006/relationships/image" Target="../media/image107.svg"/><Relationship Id="rId42" Type="http://schemas.openxmlformats.org/officeDocument/2006/relationships/image" Target="../media/image128.svg"/><Relationship Id="rId47" Type="http://schemas.openxmlformats.org/officeDocument/2006/relationships/image" Target="../media/image133.svg"/><Relationship Id="rId63" Type="http://schemas.openxmlformats.org/officeDocument/2006/relationships/image" Target="../media/image149.svg"/><Relationship Id="rId68" Type="http://schemas.openxmlformats.org/officeDocument/2006/relationships/image" Target="../media/image154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2.svg"/><Relationship Id="rId29" Type="http://schemas.openxmlformats.org/officeDocument/2006/relationships/image" Target="../media/image115.svg"/><Relationship Id="rId11" Type="http://schemas.openxmlformats.org/officeDocument/2006/relationships/image" Target="../media/image97.svg"/><Relationship Id="rId24" Type="http://schemas.openxmlformats.org/officeDocument/2006/relationships/image" Target="../media/image110.svg"/><Relationship Id="rId32" Type="http://schemas.openxmlformats.org/officeDocument/2006/relationships/image" Target="../media/image118.svg"/><Relationship Id="rId37" Type="http://schemas.openxmlformats.org/officeDocument/2006/relationships/image" Target="../media/image123.svg"/><Relationship Id="rId40" Type="http://schemas.openxmlformats.org/officeDocument/2006/relationships/image" Target="../media/image126.svg"/><Relationship Id="rId45" Type="http://schemas.openxmlformats.org/officeDocument/2006/relationships/image" Target="../media/image131.svg"/><Relationship Id="rId53" Type="http://schemas.openxmlformats.org/officeDocument/2006/relationships/image" Target="../media/image139.svg"/><Relationship Id="rId58" Type="http://schemas.openxmlformats.org/officeDocument/2006/relationships/image" Target="../media/image144.svg"/><Relationship Id="rId66" Type="http://schemas.openxmlformats.org/officeDocument/2006/relationships/image" Target="../media/image152.svg"/><Relationship Id="rId5" Type="http://schemas.openxmlformats.org/officeDocument/2006/relationships/image" Target="../media/image91.svg"/><Relationship Id="rId61" Type="http://schemas.openxmlformats.org/officeDocument/2006/relationships/image" Target="../media/image147.svg"/><Relationship Id="rId19" Type="http://schemas.openxmlformats.org/officeDocument/2006/relationships/image" Target="../media/image105.svg"/><Relationship Id="rId14" Type="http://schemas.openxmlformats.org/officeDocument/2006/relationships/image" Target="../media/image100.svg"/><Relationship Id="rId22" Type="http://schemas.openxmlformats.org/officeDocument/2006/relationships/image" Target="../media/image108.svg"/><Relationship Id="rId27" Type="http://schemas.openxmlformats.org/officeDocument/2006/relationships/image" Target="../media/image113.svg"/><Relationship Id="rId30" Type="http://schemas.openxmlformats.org/officeDocument/2006/relationships/image" Target="../media/image116.svg"/><Relationship Id="rId35" Type="http://schemas.openxmlformats.org/officeDocument/2006/relationships/image" Target="../media/image121.svg"/><Relationship Id="rId43" Type="http://schemas.openxmlformats.org/officeDocument/2006/relationships/image" Target="../media/image129.svg"/><Relationship Id="rId48" Type="http://schemas.openxmlformats.org/officeDocument/2006/relationships/image" Target="../media/image134.svg"/><Relationship Id="rId56" Type="http://schemas.openxmlformats.org/officeDocument/2006/relationships/image" Target="../media/image142.svg"/><Relationship Id="rId64" Type="http://schemas.openxmlformats.org/officeDocument/2006/relationships/image" Target="../media/image150.svg"/><Relationship Id="rId69" Type="http://schemas.openxmlformats.org/officeDocument/2006/relationships/image" Target="../media/image155.svg"/><Relationship Id="rId8" Type="http://schemas.openxmlformats.org/officeDocument/2006/relationships/image" Target="../media/image94.svg"/><Relationship Id="rId51" Type="http://schemas.openxmlformats.org/officeDocument/2006/relationships/image" Target="../media/image137.svg"/><Relationship Id="rId72" Type="http://schemas.openxmlformats.org/officeDocument/2006/relationships/image" Target="../media/image158.svg"/><Relationship Id="rId3" Type="http://schemas.openxmlformats.org/officeDocument/2006/relationships/image" Target="../media/image89.svg"/><Relationship Id="rId12" Type="http://schemas.openxmlformats.org/officeDocument/2006/relationships/image" Target="../media/image98.svg"/><Relationship Id="rId17" Type="http://schemas.openxmlformats.org/officeDocument/2006/relationships/image" Target="../media/image103.svg"/><Relationship Id="rId25" Type="http://schemas.openxmlformats.org/officeDocument/2006/relationships/image" Target="../media/image111.svg"/><Relationship Id="rId33" Type="http://schemas.openxmlformats.org/officeDocument/2006/relationships/image" Target="../media/image119.svg"/><Relationship Id="rId38" Type="http://schemas.openxmlformats.org/officeDocument/2006/relationships/image" Target="../media/image124.svg"/><Relationship Id="rId46" Type="http://schemas.openxmlformats.org/officeDocument/2006/relationships/image" Target="../media/image132.svg"/><Relationship Id="rId59" Type="http://schemas.openxmlformats.org/officeDocument/2006/relationships/image" Target="../media/image145.svg"/><Relationship Id="rId67" Type="http://schemas.openxmlformats.org/officeDocument/2006/relationships/image" Target="../media/image153.svg"/><Relationship Id="rId20" Type="http://schemas.openxmlformats.org/officeDocument/2006/relationships/image" Target="../media/image106.svg"/><Relationship Id="rId41" Type="http://schemas.openxmlformats.org/officeDocument/2006/relationships/image" Target="../media/image127.svg"/><Relationship Id="rId54" Type="http://schemas.openxmlformats.org/officeDocument/2006/relationships/image" Target="../media/image140.svg"/><Relationship Id="rId62" Type="http://schemas.openxmlformats.org/officeDocument/2006/relationships/image" Target="../media/image148.svg"/><Relationship Id="rId70" Type="http://schemas.openxmlformats.org/officeDocument/2006/relationships/image" Target="../media/image15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svg"/><Relationship Id="rId15" Type="http://schemas.openxmlformats.org/officeDocument/2006/relationships/image" Target="../media/image101.svg"/><Relationship Id="rId23" Type="http://schemas.openxmlformats.org/officeDocument/2006/relationships/image" Target="../media/image109.svg"/><Relationship Id="rId28" Type="http://schemas.openxmlformats.org/officeDocument/2006/relationships/image" Target="../media/image114.svg"/><Relationship Id="rId36" Type="http://schemas.openxmlformats.org/officeDocument/2006/relationships/image" Target="../media/image122.svg"/><Relationship Id="rId49" Type="http://schemas.openxmlformats.org/officeDocument/2006/relationships/image" Target="../media/image135.svg"/><Relationship Id="rId57" Type="http://schemas.openxmlformats.org/officeDocument/2006/relationships/image" Target="../media/image143.svg"/><Relationship Id="rId10" Type="http://schemas.openxmlformats.org/officeDocument/2006/relationships/image" Target="../media/image96.svg"/><Relationship Id="rId31" Type="http://schemas.openxmlformats.org/officeDocument/2006/relationships/image" Target="../media/image117.svg"/><Relationship Id="rId44" Type="http://schemas.openxmlformats.org/officeDocument/2006/relationships/image" Target="../media/image130.svg"/><Relationship Id="rId52" Type="http://schemas.openxmlformats.org/officeDocument/2006/relationships/image" Target="../media/image138.svg"/><Relationship Id="rId60" Type="http://schemas.openxmlformats.org/officeDocument/2006/relationships/image" Target="../media/image146.svg"/><Relationship Id="rId65" Type="http://schemas.openxmlformats.org/officeDocument/2006/relationships/image" Target="../media/image151.svg"/><Relationship Id="rId73" Type="http://schemas.openxmlformats.org/officeDocument/2006/relationships/hyperlink" Target="https://iconcloud.design/browse/Fluent%20System%20Library/Fluent%20Filled" TargetMode="External"/><Relationship Id="rId4" Type="http://schemas.openxmlformats.org/officeDocument/2006/relationships/image" Target="../media/image90.svg"/><Relationship Id="rId9" Type="http://schemas.openxmlformats.org/officeDocument/2006/relationships/image" Target="../media/image95.svg"/><Relationship Id="rId13" Type="http://schemas.openxmlformats.org/officeDocument/2006/relationships/image" Target="../media/image99.svg"/><Relationship Id="rId18" Type="http://schemas.openxmlformats.org/officeDocument/2006/relationships/image" Target="../media/image104.svg"/><Relationship Id="rId39" Type="http://schemas.openxmlformats.org/officeDocument/2006/relationships/image" Target="../media/image125.svg"/><Relationship Id="rId34" Type="http://schemas.openxmlformats.org/officeDocument/2006/relationships/image" Target="../media/image120.svg"/><Relationship Id="rId50" Type="http://schemas.openxmlformats.org/officeDocument/2006/relationships/image" Target="../media/image136.svg"/><Relationship Id="rId55" Type="http://schemas.openxmlformats.org/officeDocument/2006/relationships/image" Target="../media/image141.svg"/><Relationship Id="rId7" Type="http://schemas.openxmlformats.org/officeDocument/2006/relationships/image" Target="../media/image93.svg"/><Relationship Id="rId71" Type="http://schemas.openxmlformats.org/officeDocument/2006/relationships/image" Target="../media/image15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F2D443-CCBA-F493-BB9C-59790259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981F-227E-29FE-3B14-7FCCEA312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</a:rPr>
              <a:t>Subtitle</a:t>
            </a:r>
          </a:p>
        </p:txBody>
      </p:sp>
      <p:sp>
        <p:nvSpPr>
          <p:cNvPr id="90" name="Speaker name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Speaker name</a:t>
            </a:r>
          </a:p>
        </p:txBody>
      </p:sp>
      <p:sp>
        <p:nvSpPr>
          <p:cNvPr id="91" name="Speaker title"/>
          <p:cNvSpPr>
            <a:spLocks noGrp="1"/>
          </p:cNvSpPr>
          <p:nvPr>
            <p:ph type="body" sz="quarter" idx="14"/>
          </p:nvPr>
        </p:nvSpPr>
        <p:spPr>
          <a:xfrm>
            <a:off x="543958" y="5618554"/>
            <a:ext cx="4749382" cy="449999"/>
          </a:xfrm>
        </p:spPr>
        <p:txBody>
          <a:bodyPr>
            <a:normAutofit/>
          </a:bodyPr>
          <a:lstStyle/>
          <a:p>
            <a:r>
              <a:rPr lang="en-US" sz="2000" dirty="0"/>
              <a:t>Title, company</a:t>
            </a:r>
          </a:p>
        </p:txBody>
      </p:sp>
    </p:spTree>
    <p:extLst>
      <p:ext uri="{BB962C8B-B14F-4D97-AF65-F5344CB8AC3E}">
        <p14:creationId xmlns:p14="http://schemas.microsoft.com/office/powerpoint/2010/main" val="334592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idx="4294967295"/>
          </p:nvPr>
        </p:nvSpPr>
        <p:spPr>
          <a:xfrm>
            <a:off x="566928" y="503238"/>
            <a:ext cx="10058400" cy="503238"/>
          </a:xfrm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PowerPoint best practices</a:t>
            </a:r>
          </a:p>
        </p:txBody>
      </p:sp>
      <p:sp>
        <p:nvSpPr>
          <p:cNvPr id="40" name="Tip card 1"/>
          <p:cNvSpPr/>
          <p:nvPr/>
        </p:nvSpPr>
        <p:spPr>
          <a:xfrm>
            <a:off x="541684" y="1280440"/>
            <a:ext cx="3550497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1" name="Tip card 2"/>
          <p:cNvSpPr/>
          <p:nvPr/>
        </p:nvSpPr>
        <p:spPr>
          <a:xfrm>
            <a:off x="4320752" y="1280440"/>
            <a:ext cx="3550497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2" name="Tip card 3"/>
          <p:cNvSpPr/>
          <p:nvPr/>
        </p:nvSpPr>
        <p:spPr>
          <a:xfrm>
            <a:off x="8099819" y="1280440"/>
            <a:ext cx="3550498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3" name="Tip card 4"/>
          <p:cNvSpPr/>
          <p:nvPr/>
        </p:nvSpPr>
        <p:spPr>
          <a:xfrm>
            <a:off x="541684" y="2880432"/>
            <a:ext cx="3550497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4" name="Tip card 5"/>
          <p:cNvSpPr/>
          <p:nvPr/>
        </p:nvSpPr>
        <p:spPr>
          <a:xfrm>
            <a:off x="4320752" y="2880432"/>
            <a:ext cx="3550497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5" name="Tip card 6"/>
          <p:cNvSpPr/>
          <p:nvPr/>
        </p:nvSpPr>
        <p:spPr>
          <a:xfrm>
            <a:off x="8099819" y="2880432"/>
            <a:ext cx="3550498" cy="1371422"/>
          </a:xfrm>
          <a:prstGeom prst="roundRect">
            <a:avLst>
              <a:gd name="adj" fmla="val 6000"/>
            </a:avLst>
          </a:prstGeom>
          <a:solidFill>
            <a:srgbClr val="32304A"/>
          </a:soli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6" name="Graphic 25" descr="Decorative image">
            <a:extLst>
              <a:ext uri="{FF2B5EF4-FFF2-40B4-BE49-F238E27FC236}">
                <a16:creationId xmlns:a16="http://schemas.microsoft.com/office/drawing/2014/main" id="{6CB4C60E-A1FF-BD5F-8E8D-715F59452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254" y="1509010"/>
            <a:ext cx="246998" cy="246998"/>
          </a:xfrm>
          <a:prstGeom prst="rect">
            <a:avLst/>
          </a:prstGeom>
        </p:spPr>
      </p:pic>
      <p:pic>
        <p:nvPicPr>
          <p:cNvPr id="22" name="Graphic 21" descr="Decorative image">
            <a:extLst>
              <a:ext uri="{FF2B5EF4-FFF2-40B4-BE49-F238E27FC236}">
                <a16:creationId xmlns:a16="http://schemas.microsoft.com/office/drawing/2014/main" id="{D2A46264-B9B9-D6E2-87F0-77367B2C0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9322" y="1509010"/>
            <a:ext cx="246998" cy="246998"/>
          </a:xfrm>
          <a:prstGeom prst="rect">
            <a:avLst/>
          </a:prstGeom>
        </p:spPr>
      </p:pic>
      <p:pic>
        <p:nvPicPr>
          <p:cNvPr id="23" name="Graphic 22" descr="Decorative image">
            <a:extLst>
              <a:ext uri="{FF2B5EF4-FFF2-40B4-BE49-F238E27FC236}">
                <a16:creationId xmlns:a16="http://schemas.microsoft.com/office/drawing/2014/main" id="{638B3284-F66E-2121-3D98-94882745FA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8388" y="1509010"/>
            <a:ext cx="246998" cy="246998"/>
          </a:xfrm>
          <a:prstGeom prst="rect">
            <a:avLst/>
          </a:prstGeom>
        </p:spPr>
      </p:pic>
      <p:pic>
        <p:nvPicPr>
          <p:cNvPr id="30" name="Graphic 29" descr="Decorative image">
            <a:extLst>
              <a:ext uri="{FF2B5EF4-FFF2-40B4-BE49-F238E27FC236}">
                <a16:creationId xmlns:a16="http://schemas.microsoft.com/office/drawing/2014/main" id="{3645A877-74BB-8D1F-E63F-79D4A5BDC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254" y="3109002"/>
            <a:ext cx="246998" cy="246998"/>
          </a:xfrm>
          <a:prstGeom prst="rect">
            <a:avLst/>
          </a:prstGeom>
        </p:spPr>
      </p:pic>
      <p:pic>
        <p:nvPicPr>
          <p:cNvPr id="25" name="Graphic 24" descr="Decorative image">
            <a:extLst>
              <a:ext uri="{FF2B5EF4-FFF2-40B4-BE49-F238E27FC236}">
                <a16:creationId xmlns:a16="http://schemas.microsoft.com/office/drawing/2014/main" id="{DE8A9429-C9D9-34D2-1EA4-C356ECFAD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9322" y="3109002"/>
            <a:ext cx="246998" cy="246998"/>
          </a:xfrm>
          <a:prstGeom prst="rect">
            <a:avLst/>
          </a:prstGeom>
        </p:spPr>
      </p:pic>
      <p:pic>
        <p:nvPicPr>
          <p:cNvPr id="29" name="Graphic 28" descr="Decorative image">
            <a:extLst>
              <a:ext uri="{FF2B5EF4-FFF2-40B4-BE49-F238E27FC236}">
                <a16:creationId xmlns:a16="http://schemas.microsoft.com/office/drawing/2014/main" id="{FC503CB5-D112-0C3C-947B-488E0767D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8388" y="3109002"/>
            <a:ext cx="246998" cy="246998"/>
          </a:xfrm>
          <a:prstGeom prst="rect">
            <a:avLst/>
          </a:prstGeom>
        </p:spPr>
      </p:pic>
      <p:sp>
        <p:nvSpPr>
          <p:cNvPr id="50" name="Tip heading 1"/>
          <p:cNvSpPr txBox="1"/>
          <p:nvPr/>
        </p:nvSpPr>
        <p:spPr>
          <a:xfrm>
            <a:off x="1131537" y="1492502"/>
            <a:ext cx="2732074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One idea per slide</a:t>
            </a:r>
          </a:p>
        </p:txBody>
      </p:sp>
      <p:sp>
        <p:nvSpPr>
          <p:cNvPr id="60" name="Tip text 1"/>
          <p:cNvSpPr txBox="1"/>
          <p:nvPr/>
        </p:nvSpPr>
        <p:spPr>
          <a:xfrm>
            <a:off x="770254" y="1897580"/>
            <a:ext cx="3093356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Minimal text, short phrases.</a:t>
            </a:r>
          </a:p>
        </p:txBody>
      </p:sp>
      <p:sp>
        <p:nvSpPr>
          <p:cNvPr id="51" name="Tip heading 2"/>
          <p:cNvSpPr txBox="1"/>
          <p:nvPr/>
        </p:nvSpPr>
        <p:spPr>
          <a:xfrm>
            <a:off x="4910604" y="1492502"/>
            <a:ext cx="2732074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Show, don’t tell</a:t>
            </a:r>
          </a:p>
        </p:txBody>
      </p:sp>
      <p:sp>
        <p:nvSpPr>
          <p:cNvPr id="61" name="Tip text 2"/>
          <p:cNvSpPr txBox="1"/>
          <p:nvPr/>
        </p:nvSpPr>
        <p:spPr>
          <a:xfrm>
            <a:off x="4549322" y="1897580"/>
            <a:ext cx="3093356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Use visuals, charts, and code instead of paragraphs.</a:t>
            </a:r>
          </a:p>
        </p:txBody>
      </p:sp>
      <p:sp>
        <p:nvSpPr>
          <p:cNvPr id="52" name="Tip heading 3"/>
          <p:cNvSpPr txBox="1"/>
          <p:nvPr/>
        </p:nvSpPr>
        <p:spPr>
          <a:xfrm>
            <a:off x="8689672" y="1492502"/>
            <a:ext cx="2732075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Speak to your slides</a:t>
            </a:r>
          </a:p>
        </p:txBody>
      </p:sp>
      <p:sp>
        <p:nvSpPr>
          <p:cNvPr id="62" name="Tip text 3"/>
          <p:cNvSpPr txBox="1"/>
          <p:nvPr/>
        </p:nvSpPr>
        <p:spPr>
          <a:xfrm>
            <a:off x="8328389" y="1897580"/>
            <a:ext cx="3093358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Slides support your talk; they aren’t a script.</a:t>
            </a:r>
          </a:p>
        </p:txBody>
      </p:sp>
      <p:sp>
        <p:nvSpPr>
          <p:cNvPr id="53" name="Tip heading 4"/>
          <p:cNvSpPr txBox="1"/>
          <p:nvPr/>
        </p:nvSpPr>
        <p:spPr>
          <a:xfrm>
            <a:off x="1131537" y="3092494"/>
            <a:ext cx="2732074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Stay consistent</a:t>
            </a:r>
          </a:p>
        </p:txBody>
      </p:sp>
      <p:sp>
        <p:nvSpPr>
          <p:cNvPr id="63" name="Tip text 4"/>
          <p:cNvSpPr txBox="1"/>
          <p:nvPr/>
        </p:nvSpPr>
        <p:spPr>
          <a:xfrm>
            <a:off x="770254" y="3497571"/>
            <a:ext cx="3093356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Use the template’s layouts, fonts, and colors.</a:t>
            </a:r>
          </a:p>
        </p:txBody>
      </p:sp>
      <p:sp>
        <p:nvSpPr>
          <p:cNvPr id="54" name="Tip heading 5"/>
          <p:cNvSpPr txBox="1"/>
          <p:nvPr/>
        </p:nvSpPr>
        <p:spPr>
          <a:xfrm>
            <a:off x="4910604" y="3092494"/>
            <a:ext cx="2732074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Leave white space</a:t>
            </a:r>
          </a:p>
        </p:txBody>
      </p:sp>
      <p:sp>
        <p:nvSpPr>
          <p:cNvPr id="64" name="Tip text 5"/>
          <p:cNvSpPr txBox="1"/>
          <p:nvPr/>
        </p:nvSpPr>
        <p:spPr>
          <a:xfrm>
            <a:off x="4549322" y="3497571"/>
            <a:ext cx="3093356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Align content and keep generous white space.</a:t>
            </a:r>
          </a:p>
        </p:txBody>
      </p:sp>
      <p:sp>
        <p:nvSpPr>
          <p:cNvPr id="55" name="Tip heading 6"/>
          <p:cNvSpPr txBox="1"/>
          <p:nvPr/>
        </p:nvSpPr>
        <p:spPr>
          <a:xfrm>
            <a:off x="8689672" y="3092494"/>
            <a:ext cx="2732075" cy="2799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2000" b="1">
                <a:solidFill>
                  <a:srgbClr val="FFFFFF"/>
                </a:solidFill>
                <a:latin typeface="+mj-lt"/>
              </a:rPr>
              <a:t>Readable text</a:t>
            </a:r>
          </a:p>
        </p:txBody>
      </p:sp>
      <p:sp>
        <p:nvSpPr>
          <p:cNvPr id="65" name="Tip text 6"/>
          <p:cNvSpPr txBox="1"/>
          <p:nvPr/>
        </p:nvSpPr>
        <p:spPr>
          <a:xfrm>
            <a:off x="8328389" y="3497571"/>
            <a:ext cx="3093358" cy="5257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en-US" sz="1800">
                <a:solidFill>
                  <a:srgbClr val="FFFFFF"/>
                </a:solidFill>
              </a:rPr>
              <a:t>Sentence case, 18pt minimum.</a:t>
            </a:r>
          </a:p>
        </p:txBody>
      </p:sp>
      <p:sp>
        <p:nvSpPr>
          <p:cNvPr id="70" name="Resources callout"/>
          <p:cNvSpPr/>
          <p:nvPr/>
        </p:nvSpPr>
        <p:spPr>
          <a:xfrm>
            <a:off x="541684" y="4526137"/>
            <a:ext cx="11108633" cy="1325708"/>
          </a:xfrm>
          <a:prstGeom prst="roundRect">
            <a:avLst>
              <a:gd name="adj" fmla="val 12000"/>
            </a:avLst>
          </a:prstGeom>
          <a:solidFill>
            <a:srgbClr val="1A0B5E"/>
          </a:solidFill>
          <a:ln w="19050">
            <a:gradFill>
              <a:gsLst>
                <a:gs pos="0">
                  <a:srgbClr val="D600AA"/>
                </a:gs>
                <a:gs pos="100000">
                  <a:srgbClr val="512BD4"/>
                </a:gs>
              </a:gsLst>
              <a:lin ang="0" scaled="0"/>
            </a:gradFill>
          </a:ln>
        </p:spPr>
        <p:txBody>
          <a:bodyPr wrap="square" lIns="319998" tIns="182856" rIns="319998" bIns="182856" rtlCol="0" anchor="ctr"/>
          <a:lstStyle/>
          <a:p>
            <a:pPr>
              <a:spcAft>
                <a:spcPts val="600"/>
              </a:spcAft>
            </a:pPr>
            <a:r>
              <a:rPr lang="en-US" sz="2400" b="1">
                <a:solidFill>
                  <a:srgbClr val="B9AAEE"/>
                </a:solidFill>
                <a:latin typeface="+mj-lt"/>
              </a:rPr>
              <a:t>Find more in Resources</a:t>
            </a:r>
          </a:p>
          <a:p>
            <a:pPr algn="l">
              <a:buNone/>
            </a:pPr>
            <a:r>
              <a:rPr lang="en-US" sz="1800">
                <a:solidFill>
                  <a:srgbClr val="FFFFFF"/>
                </a:solidFill>
              </a:rPr>
              <a:t>Color guidance, type sizes, icons, and optional title and section layouts are at the end of this deck.</a:t>
            </a:r>
          </a:p>
        </p:txBody>
      </p:sp>
    </p:spTree>
    <p:extLst>
      <p:ext uri="{BB962C8B-B14F-4D97-AF65-F5344CB8AC3E}">
        <p14:creationId xmlns:p14="http://schemas.microsoft.com/office/powerpoint/2010/main" val="1052024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DF48-5B76-8C82-FC6D-F08E08D1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509" y="3048162"/>
            <a:ext cx="3947178" cy="644572"/>
          </a:xfrm>
        </p:spPr>
        <p:txBody>
          <a:bodyPr/>
          <a:lstStyle/>
          <a:p>
            <a:r>
              <a:rPr lang="en-US" b="1" dirty="0"/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B1CB7-605A-30B6-E0E5-9EADF23702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>
                <a:solidFill>
                  <a:schemeClr val="bg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5665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882E75-C8B0-797B-8000-B50BF99C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78638-5D01-A457-E759-930468313D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Subtitle</a:t>
            </a:r>
          </a:p>
        </p:txBody>
      </p:sp>
      <p:sp>
        <p:nvSpPr>
          <p:cNvPr id="30" name="Content Placeholder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Keep each slide to one key idea</a:t>
            </a:r>
          </a:p>
          <a:p>
            <a:r>
              <a:rPr lang="en-US" dirty="0"/>
              <a:t>Use short phrases rather than full sentences</a:t>
            </a:r>
          </a:p>
          <a:p>
            <a:r>
              <a:rPr lang="en-US" dirty="0"/>
              <a:t>Keep text readable from the back of the room</a:t>
            </a:r>
          </a:p>
        </p:txBody>
      </p:sp>
    </p:spTree>
    <p:extLst>
      <p:ext uri="{BB962C8B-B14F-4D97-AF65-F5344CB8AC3E}">
        <p14:creationId xmlns:p14="http://schemas.microsoft.com/office/powerpoint/2010/main" val="372896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71C66B-C0B5-FD78-4735-59E3FBD1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0F79C-656E-C956-E581-069119B1A0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3426E-DFCC-1329-5933-9915C0F2A0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Item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1CBB7-4638-D129-FF88-3A638E6C4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B00C7E-44C6-D496-073C-39627109B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Item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5AE75D-F1FA-FD82-E486-7DCCBEFB0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Subtitle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40DA7C-CACB-CEBB-AAA4-87334F7362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5745" y="5108091"/>
            <a:ext cx="2203957" cy="276454"/>
          </a:xfrm>
        </p:spPr>
        <p:txBody>
          <a:bodyPr anchor="b"/>
          <a:lstStyle/>
          <a:p>
            <a:r>
              <a:rPr lang="en-US">
                <a:latin typeface="+mn-lt"/>
              </a:rPr>
              <a:t>Description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EB4A0-2113-12CC-046A-763E0DA189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1901" y="5108091"/>
            <a:ext cx="2203957" cy="276454"/>
          </a:xfrm>
        </p:spPr>
        <p:txBody>
          <a:bodyPr anchor="b"/>
          <a:lstStyle/>
          <a:p>
            <a:r>
              <a:rPr lang="en-US">
                <a:latin typeface="+mn-lt"/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1162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sample</a:t>
            </a:r>
          </a:p>
        </p:txBody>
      </p:sp>
      <p:sp>
        <p:nvSpPr>
          <p:cNvPr id="3" name="Code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>
                <a:solidFill>
                  <a:srgbClr val="7F7AA8"/>
                </a:solidFill>
              </a:rPr>
              <a:t>// Minimal API with .NET</a:t>
            </a:r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var</a:t>
            </a:r>
            <a:r>
              <a:rPr lang="en-US" dirty="0">
                <a:solidFill>
                  <a:srgbClr val="E6E1FF"/>
                </a:solidFill>
              </a:rPr>
              <a:t> builder = </a:t>
            </a:r>
            <a:r>
              <a:rPr lang="en-US" dirty="0">
                <a:solidFill>
                  <a:srgbClr val="82AAFF"/>
                </a:solidFill>
              </a:rPr>
              <a:t>WebApplication</a:t>
            </a:r>
            <a:r>
              <a:rPr lang="en-US" dirty="0">
                <a:solidFill>
                  <a:srgbClr val="E6E1FF"/>
                </a:solidFill>
              </a:rPr>
              <a:t>.CreateBuilder(args);</a:t>
            </a:r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var</a:t>
            </a:r>
            <a:r>
              <a:rPr lang="en-US" dirty="0">
                <a:solidFill>
                  <a:srgbClr val="E6E1FF"/>
                </a:solidFill>
              </a:rPr>
              <a:t> app = builder.Build();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app.MapGet(</a:t>
            </a:r>
            <a:r>
              <a:rPr lang="en-US" dirty="0">
                <a:solidFill>
                  <a:srgbClr val="F7C07A"/>
                </a:solidFill>
              </a:rPr>
              <a:t>"/launch"</a:t>
            </a:r>
            <a:r>
              <a:rPr lang="en-US" dirty="0">
                <a:solidFill>
                  <a:srgbClr val="E6E1FF"/>
                </a:solidFill>
              </a:rPr>
              <a:t>, () =&gt; </a:t>
            </a:r>
            <a:r>
              <a:rPr lang="en-US" dirty="0">
                <a:solidFill>
                  <a:srgbClr val="C792EA"/>
                </a:solidFill>
              </a:rPr>
              <a:t>new</a:t>
            </a:r>
            <a:r>
              <a:rPr lang="en-US" dirty="0">
                <a:solidFill>
                  <a:srgbClr val="E6E1FF"/>
                </a:solidFill>
              </a:rPr>
              <a:t> { Mission = </a:t>
            </a:r>
            <a:r>
              <a:rPr lang="en-US" dirty="0">
                <a:solidFill>
                  <a:srgbClr val="F7C07A"/>
                </a:solidFill>
              </a:rPr>
              <a:t>".NET Conf 2026"</a:t>
            </a:r>
            <a:r>
              <a:rPr lang="en-US" dirty="0">
                <a:solidFill>
                  <a:srgbClr val="E6E1FF"/>
                </a:solidFill>
              </a:rPr>
              <a:t>, Status = </a:t>
            </a:r>
            <a:r>
              <a:rPr lang="en-US" dirty="0">
                <a:solidFill>
                  <a:srgbClr val="F7C07A"/>
                </a:solidFill>
              </a:rPr>
              <a:t>"Go"</a:t>
            </a:r>
            <a:r>
              <a:rPr lang="en-US" dirty="0">
                <a:solidFill>
                  <a:srgbClr val="E6E1FF"/>
                </a:solidFill>
              </a:rPr>
              <a:t> });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app.Run();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matching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Records give you concise, immutable data types.</a:t>
            </a:r>
          </a:p>
          <a:p>
            <a:r>
              <a:rPr lang="en-US" dirty="0"/>
              <a:t>Switch expressions and property patterns turn branching logic into a readable table of rules.</a:t>
            </a:r>
          </a:p>
        </p:txBody>
      </p:sp>
      <p:sp>
        <p:nvSpPr>
          <p:cNvPr id="4" name="Code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>
                <a:solidFill>
                  <a:srgbClr val="7F7AA8"/>
                </a:solidFill>
              </a:rPr>
              <a:t>// Records + pattern matching</a:t>
            </a:r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public record </a:t>
            </a:r>
            <a:r>
              <a:rPr lang="en-US" dirty="0">
                <a:solidFill>
                  <a:srgbClr val="82AAFF"/>
                </a:solidFill>
              </a:rPr>
              <a:t>Launch</a:t>
            </a:r>
            <a:r>
              <a:rPr lang="en-US" dirty="0">
                <a:solidFill>
                  <a:srgbClr val="E6E1FF"/>
                </a:solidFill>
              </a:rPr>
              <a:t>(</a:t>
            </a:r>
            <a:r>
              <a:rPr lang="en-US" dirty="0">
                <a:solidFill>
                  <a:srgbClr val="C792EA"/>
                </a:solidFill>
              </a:rPr>
              <a:t>string</a:t>
            </a:r>
            <a:r>
              <a:rPr lang="en-US" dirty="0">
                <a:solidFill>
                  <a:srgbClr val="E6E1FF"/>
                </a:solidFill>
              </a:rPr>
              <a:t> Name, </a:t>
            </a:r>
            <a:r>
              <a:rPr lang="en-US" dirty="0">
                <a:solidFill>
                  <a:srgbClr val="C792EA"/>
                </a:solidFill>
              </a:rPr>
              <a:t>int</a:t>
            </a:r>
            <a:r>
              <a:rPr lang="en-US" dirty="0">
                <a:solidFill>
                  <a:srgbClr val="E6E1FF"/>
                </a:solidFill>
              </a:rPr>
              <a:t> Fuel);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string</a:t>
            </a:r>
            <a:r>
              <a:rPr lang="en-US" dirty="0">
                <a:solidFill>
                  <a:srgbClr val="E6E1FF"/>
                </a:solidFill>
              </a:rPr>
              <a:t> Status(</a:t>
            </a:r>
            <a:r>
              <a:rPr lang="en-US" dirty="0">
                <a:solidFill>
                  <a:srgbClr val="82AAFF"/>
                </a:solidFill>
              </a:rPr>
              <a:t>Launch</a:t>
            </a:r>
            <a:r>
              <a:rPr lang="en-US" dirty="0">
                <a:solidFill>
                  <a:srgbClr val="E6E1FF"/>
                </a:solidFill>
              </a:rPr>
              <a:t> l) =&gt; l </a:t>
            </a:r>
            <a:r>
              <a:rPr lang="en-US" dirty="0">
                <a:solidFill>
                  <a:srgbClr val="C792EA"/>
                </a:solidFill>
              </a:rPr>
              <a:t>switch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{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    { Fuel: &gt;= </a:t>
            </a:r>
            <a:r>
              <a:rPr lang="en-US" dirty="0">
                <a:solidFill>
                  <a:srgbClr val="F78C6C"/>
                </a:solidFill>
              </a:rPr>
              <a:t>90</a:t>
            </a:r>
            <a:r>
              <a:rPr lang="en-US" dirty="0">
                <a:solidFill>
                  <a:srgbClr val="E6E1FF"/>
                </a:solidFill>
              </a:rPr>
              <a:t> } =&gt; </a:t>
            </a:r>
            <a:r>
              <a:rPr lang="en-US" dirty="0">
                <a:solidFill>
                  <a:srgbClr val="F7C07A"/>
                </a:solidFill>
              </a:rPr>
              <a:t>"Go for launch"</a:t>
            </a:r>
            <a:r>
              <a:rPr lang="en-US" dirty="0">
                <a:solidFill>
                  <a:srgbClr val="E6E1FF"/>
                </a:solidFill>
              </a:rPr>
              <a:t>,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    { Fuel: &gt;= </a:t>
            </a:r>
            <a:r>
              <a:rPr lang="en-US" dirty="0">
                <a:solidFill>
                  <a:srgbClr val="F78C6C"/>
                </a:solidFill>
              </a:rPr>
              <a:t>50</a:t>
            </a:r>
            <a:r>
              <a:rPr lang="en-US" dirty="0">
                <a:solidFill>
                  <a:srgbClr val="E6E1FF"/>
                </a:solidFill>
              </a:rPr>
              <a:t> } =&gt; </a:t>
            </a:r>
            <a:r>
              <a:rPr lang="en-US" dirty="0">
                <a:solidFill>
                  <a:srgbClr val="F7C07A"/>
                </a:solidFill>
              </a:rPr>
              <a:t>"Hold"</a:t>
            </a:r>
            <a:r>
              <a:rPr lang="en-US" dirty="0">
                <a:solidFill>
                  <a:srgbClr val="E6E1FF"/>
                </a:solidFill>
              </a:rPr>
              <a:t>,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    _ =&gt; </a:t>
            </a:r>
            <a:r>
              <a:rPr lang="en-US" dirty="0">
                <a:solidFill>
                  <a:srgbClr val="F7C07A"/>
                </a:solidFill>
              </a:rPr>
              <a:t>"Scrub"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};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awesome apps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>
                <a:solidFill>
                  <a:srgbClr val="7F7AA8"/>
                </a:solidFill>
              </a:rPr>
              <a:t>// Compose a distributed app with .NET Aspire</a:t>
            </a:r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var</a:t>
            </a:r>
            <a:r>
              <a:rPr lang="en-US" dirty="0">
                <a:solidFill>
                  <a:srgbClr val="E6E1FF"/>
                </a:solidFill>
              </a:rPr>
              <a:t> builder = </a:t>
            </a:r>
            <a:r>
              <a:rPr lang="en-US" dirty="0">
                <a:solidFill>
                  <a:srgbClr val="82AAFF"/>
                </a:solidFill>
              </a:rPr>
              <a:t>DistributedApplication</a:t>
            </a:r>
            <a:r>
              <a:rPr lang="en-US" dirty="0">
                <a:solidFill>
                  <a:srgbClr val="E6E1FF"/>
                </a:solidFill>
              </a:rPr>
              <a:t>.CreateBuilder(args);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C792EA"/>
                </a:solidFill>
              </a:rPr>
              <a:t>var</a:t>
            </a:r>
            <a:r>
              <a:rPr lang="en-US" dirty="0">
                <a:solidFill>
                  <a:srgbClr val="E6E1FF"/>
                </a:solidFill>
              </a:rPr>
              <a:t> api = builder.AddProject&lt;</a:t>
            </a:r>
            <a:r>
              <a:rPr lang="en-US" dirty="0">
                <a:solidFill>
                  <a:srgbClr val="82AAFF"/>
                </a:solidFill>
              </a:rPr>
              <a:t>Projects.Api</a:t>
            </a:r>
            <a:r>
              <a:rPr lang="en-US" dirty="0">
                <a:solidFill>
                  <a:srgbClr val="E6E1FF"/>
                </a:solidFill>
              </a:rPr>
              <a:t>&gt;(</a:t>
            </a:r>
            <a:r>
              <a:rPr lang="en-US" dirty="0">
                <a:solidFill>
                  <a:srgbClr val="F7C07A"/>
                </a:solidFill>
              </a:rPr>
              <a:t>"api"</a:t>
            </a:r>
            <a:r>
              <a:rPr lang="en-US" dirty="0">
                <a:solidFill>
                  <a:srgbClr val="E6E1FF"/>
                </a:solidFill>
              </a:rPr>
              <a:t>);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builder.AddProject&lt;</a:t>
            </a:r>
            <a:r>
              <a:rPr lang="en-US" dirty="0">
                <a:solidFill>
                  <a:srgbClr val="82AAFF"/>
                </a:solidFill>
              </a:rPr>
              <a:t>Projects.Web</a:t>
            </a:r>
            <a:r>
              <a:rPr lang="en-US" dirty="0">
                <a:solidFill>
                  <a:srgbClr val="E6E1FF"/>
                </a:solidFill>
              </a:rPr>
              <a:t>&gt;(</a:t>
            </a:r>
            <a:r>
              <a:rPr lang="en-US" dirty="0">
                <a:solidFill>
                  <a:srgbClr val="F7C07A"/>
                </a:solidFill>
              </a:rPr>
              <a:t>"web"</a:t>
            </a:r>
            <a:r>
              <a:rPr lang="en-US" dirty="0">
                <a:solidFill>
                  <a:srgbClr val="E6E1FF"/>
                </a:solidFill>
              </a:rPr>
              <a:t>)</a:t>
            </a:r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       .WithReference(api);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E6E1FF"/>
                </a:solidFill>
              </a:rPr>
              <a:t>builder.Build().Run();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F9AE82-AE13-BDBB-0884-FE7ECAA4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84" y="547317"/>
            <a:ext cx="11050000" cy="469900"/>
          </a:xfrm>
        </p:spPr>
        <p:txBody>
          <a:bodyPr/>
          <a:lstStyle/>
          <a:p>
            <a:r>
              <a:rPr lang="en-US" b="1"/>
              <a:t>Demo title</a:t>
            </a: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191A5CB4-1BF3-F3F8-C87A-4D8B1582BB1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solidFill>
            <a:schemeClr val="bg1">
              <a:alpha val="1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52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30E0E8-0031-FE8E-76B8-56BBC780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413" y="2153213"/>
            <a:ext cx="7439712" cy="2551574"/>
          </a:xfrm>
        </p:spPr>
        <p:txBody>
          <a:bodyPr/>
          <a:lstStyle/>
          <a:p>
            <a:r>
              <a:rPr lang="en-US" b="1"/>
              <a:t>A large statement </a:t>
            </a:r>
            <a:r>
              <a:rPr lang="en-US" b="1">
                <a:solidFill>
                  <a:schemeClr val="accent3">
                    <a:lumMod val="40000"/>
                    <a:lumOff val="60000"/>
                  </a:schemeClr>
                </a:solidFill>
              </a:rPr>
              <a:t>looks great </a:t>
            </a:r>
            <a:r>
              <a:rPr lang="en-US" b="1"/>
              <a:t>with 10 words or less</a:t>
            </a:r>
          </a:p>
        </p:txBody>
      </p:sp>
    </p:spTree>
    <p:extLst>
      <p:ext uri="{BB962C8B-B14F-4D97-AF65-F5344CB8AC3E}">
        <p14:creationId xmlns:p14="http://schemas.microsoft.com/office/powerpoint/2010/main" val="1788948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CBAC25-6CF2-B251-FC56-AF6C22C0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582" y="1074690"/>
            <a:ext cx="9951370" cy="3512924"/>
          </a:xfrm>
        </p:spPr>
        <p:txBody>
          <a:bodyPr/>
          <a:lstStyle/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The Microsoft technology made it easy for us. It just works. We saved months of development time in the process.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9C300-E273-75FC-52EF-4BC067BCB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Name and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2519F-3824-E24D-5934-C1FDF1A2CD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kern="0" spc="-24">
                <a:cs typeface="+mn-cs"/>
              </a:rPr>
              <a:t>System Administrator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3275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C71301-7A23-D95A-755E-525D5D18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Speaker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FDF40-7D0F-8D81-AE93-E386FDCEE1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pic>
        <p:nvPicPr>
          <p:cNvPr id="6" name="Picture Placeholder 5" descr="A blue round object with a white face&#10;&#10;AI-generated content may be incorrect.">
            <a:extLst>
              <a:ext uri="{FF2B5EF4-FFF2-40B4-BE49-F238E27FC236}">
                <a16:creationId xmlns:a16="http://schemas.microsoft.com/office/drawing/2014/main" id="{30DBCA19-8564-F197-4DD8-4F356D071021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/>
          <a:srcRect t="8041" b="8041"/>
          <a:stretch>
            <a:fillRect/>
          </a:stretch>
        </p:blipFill>
        <p:spPr>
          <a:solidFill>
            <a:schemeClr val="accent3">
              <a:lumMod val="60000"/>
              <a:lumOff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126745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FD2DE6-416C-A203-9533-D39784429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200">
                <a:solidFill>
                  <a:schemeClr val="bg1"/>
                </a:solidFill>
              </a:rPr>
              <a:t>Thank you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845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 idx="4294967295"/>
          </p:nvPr>
        </p:nvSpPr>
        <p:spPr>
          <a:xfrm>
            <a:off x="566928" y="475456"/>
            <a:ext cx="7998619" cy="450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lang="en-US" b="1" dirty="0">
                <a:solidFill>
                  <a:srgbClr val="FFFFFF"/>
                </a:solidFill>
              </a:rPr>
              <a:t>Color guidance</a:t>
            </a:r>
          </a:p>
        </p:txBody>
      </p:sp>
      <p:sp>
        <p:nvSpPr>
          <p:cNvPr id="12" name="Subtitle"/>
          <p:cNvSpPr/>
          <p:nvPr/>
        </p:nvSpPr>
        <p:spPr>
          <a:xfrm>
            <a:off x="571426" y="950323"/>
            <a:ext cx="8998828" cy="274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>
                <a:solidFill>
                  <a:srgbClr val="A6A6A6"/>
                </a:solidFill>
              </a:rPr>
              <a:t>Dark or gradient backgrounds. Bright colors are for accents and large text only.</a:t>
            </a:r>
          </a:p>
        </p:txBody>
      </p:sp>
      <p:sp>
        <p:nvSpPr>
          <p:cNvPr id="13" name="Core colors label"/>
          <p:cNvSpPr/>
          <p:nvPr/>
        </p:nvSpPr>
        <p:spPr>
          <a:xfrm>
            <a:off x="571426" y="1425261"/>
            <a:ext cx="3999479" cy="24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Core colors</a:t>
            </a:r>
          </a:p>
        </p:txBody>
      </p:sp>
      <p:sp>
        <p:nvSpPr>
          <p:cNvPr id="14" name="Purple swatch"/>
          <p:cNvSpPr/>
          <p:nvPr/>
        </p:nvSpPr>
        <p:spPr>
          <a:xfrm>
            <a:off x="571426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512BD4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+mj-lt"/>
              </a:rPr>
              <a:t>Purple</a:t>
            </a:r>
          </a:p>
          <a:p>
            <a:pPr algn="l">
              <a:buNone/>
            </a:pPr>
            <a:r>
              <a:rPr lang="en-US" sz="1200">
                <a:solidFill>
                  <a:srgbClr val="FFFFFF"/>
                </a:solidFill>
              </a:rPr>
              <a:t>#512BD4</a:t>
            </a:r>
          </a:p>
        </p:txBody>
      </p:sp>
      <p:sp>
        <p:nvSpPr>
          <p:cNvPr id="15" name="Purple usage"/>
          <p:cNvSpPr/>
          <p:nvPr/>
        </p:nvSpPr>
        <p:spPr>
          <a:xfrm>
            <a:off x="571426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Primary brand color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White text OK</a:t>
            </a:r>
          </a:p>
        </p:txBody>
      </p:sp>
      <p:sp>
        <p:nvSpPr>
          <p:cNvPr id="16" name="Blue swatch"/>
          <p:cNvSpPr/>
          <p:nvPr/>
        </p:nvSpPr>
        <p:spPr>
          <a:xfrm>
            <a:off x="2433684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0B6CFF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+mj-lt"/>
              </a:rPr>
              <a:t>Blue</a:t>
            </a:r>
          </a:p>
          <a:p>
            <a:pPr algn="l">
              <a:buNone/>
            </a:pPr>
            <a:r>
              <a:rPr lang="en-US" sz="1200">
                <a:solidFill>
                  <a:srgbClr val="FFFFFF"/>
                </a:solidFill>
              </a:rPr>
              <a:t>#0B6CFF</a:t>
            </a:r>
          </a:p>
        </p:txBody>
      </p:sp>
      <p:sp>
        <p:nvSpPr>
          <p:cNvPr id="17" name="Blue usage"/>
          <p:cNvSpPr/>
          <p:nvPr/>
        </p:nvSpPr>
        <p:spPr>
          <a:xfrm>
            <a:off x="2433684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Tech, links, data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White text OK</a:t>
            </a:r>
          </a:p>
        </p:txBody>
      </p:sp>
      <p:sp>
        <p:nvSpPr>
          <p:cNvPr id="18" name="Magenta swatch"/>
          <p:cNvSpPr/>
          <p:nvPr/>
        </p:nvSpPr>
        <p:spPr>
          <a:xfrm>
            <a:off x="4295941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D600AA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+mj-lt"/>
              </a:rPr>
              <a:t>Magenta</a:t>
            </a:r>
          </a:p>
          <a:p>
            <a:pPr algn="l">
              <a:buNone/>
            </a:pPr>
            <a:r>
              <a:rPr lang="en-US" sz="1200">
                <a:solidFill>
                  <a:srgbClr val="FFFFFF"/>
                </a:solidFill>
              </a:rPr>
              <a:t>#D600AA</a:t>
            </a:r>
          </a:p>
        </p:txBody>
      </p:sp>
      <p:sp>
        <p:nvSpPr>
          <p:cNvPr id="19" name="Magenta usage"/>
          <p:cNvSpPr/>
          <p:nvPr/>
        </p:nvSpPr>
        <p:spPr>
          <a:xfrm>
            <a:off x="4295941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Highlights, energy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White text OK</a:t>
            </a:r>
          </a:p>
        </p:txBody>
      </p:sp>
      <p:sp>
        <p:nvSpPr>
          <p:cNvPr id="20" name="Teal swatch"/>
          <p:cNvSpPr/>
          <p:nvPr/>
        </p:nvSpPr>
        <p:spPr>
          <a:xfrm>
            <a:off x="6158198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28C2D1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1F1E32"/>
                </a:solidFill>
                <a:latin typeface="+mj-lt"/>
              </a:rPr>
              <a:t>Teal</a:t>
            </a:r>
          </a:p>
          <a:p>
            <a:pPr algn="l">
              <a:buNone/>
            </a:pPr>
            <a:r>
              <a:rPr lang="en-US" sz="1200">
                <a:solidFill>
                  <a:srgbClr val="1F1E32"/>
                </a:solidFill>
              </a:rPr>
              <a:t>#28C2D1</a:t>
            </a:r>
          </a:p>
        </p:txBody>
      </p:sp>
      <p:sp>
        <p:nvSpPr>
          <p:cNvPr id="21" name="Teal usage"/>
          <p:cNvSpPr/>
          <p:nvPr/>
        </p:nvSpPr>
        <p:spPr>
          <a:xfrm>
            <a:off x="6158198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Data, success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Use dark text</a:t>
            </a:r>
          </a:p>
        </p:txBody>
      </p:sp>
      <p:sp>
        <p:nvSpPr>
          <p:cNvPr id="22" name="Coral swatch"/>
          <p:cNvSpPr/>
          <p:nvPr/>
        </p:nvSpPr>
        <p:spPr>
          <a:xfrm>
            <a:off x="8020456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F65163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1F1E32"/>
                </a:solidFill>
                <a:latin typeface="+mj-lt"/>
              </a:rPr>
              <a:t>Coral</a:t>
            </a:r>
          </a:p>
          <a:p>
            <a:pPr algn="l">
              <a:buNone/>
            </a:pPr>
            <a:r>
              <a:rPr lang="en-US" sz="1200">
                <a:solidFill>
                  <a:srgbClr val="1F1E32"/>
                </a:solidFill>
              </a:rPr>
              <a:t>#F65163</a:t>
            </a:r>
          </a:p>
        </p:txBody>
      </p:sp>
      <p:sp>
        <p:nvSpPr>
          <p:cNvPr id="23" name="Coral usage"/>
          <p:cNvSpPr/>
          <p:nvPr/>
        </p:nvSpPr>
        <p:spPr>
          <a:xfrm>
            <a:off x="8020456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Alerts, contrast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Use dark text</a:t>
            </a:r>
          </a:p>
        </p:txBody>
      </p:sp>
      <p:sp>
        <p:nvSpPr>
          <p:cNvPr id="24" name="Gold swatch"/>
          <p:cNvSpPr/>
          <p:nvPr/>
        </p:nvSpPr>
        <p:spPr>
          <a:xfrm>
            <a:off x="9882714" y="1725222"/>
            <a:ext cx="1709778" cy="1049864"/>
          </a:xfrm>
          <a:prstGeom prst="roundRect">
            <a:avLst>
              <a:gd name="adj" fmla="val 8000"/>
            </a:avLst>
          </a:prstGeom>
          <a:solidFill>
            <a:srgbClr val="F7B548"/>
          </a:solidFill>
          <a:ln>
            <a:noFill/>
          </a:ln>
        </p:spPr>
        <p:txBody>
          <a:bodyPr wrap="square" lIns="174977" tIns="174977" rIns="174977" bIns="174977" anchor="ctr">
            <a:no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1F1E32"/>
                </a:solidFill>
                <a:latin typeface="+mj-lt"/>
              </a:rPr>
              <a:t>Gold</a:t>
            </a:r>
          </a:p>
          <a:p>
            <a:pPr algn="l">
              <a:buNone/>
            </a:pPr>
            <a:r>
              <a:rPr lang="en-US" sz="1200">
                <a:solidFill>
                  <a:srgbClr val="1F1E32"/>
                </a:solidFill>
              </a:rPr>
              <a:t>#F7B548</a:t>
            </a:r>
          </a:p>
        </p:txBody>
      </p:sp>
      <p:sp>
        <p:nvSpPr>
          <p:cNvPr id="25" name="Gold usage"/>
          <p:cNvSpPr/>
          <p:nvPr/>
        </p:nvSpPr>
        <p:spPr>
          <a:xfrm>
            <a:off x="9882714" y="2825078"/>
            <a:ext cx="1709778" cy="399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Callouts, sparingly</a:t>
            </a:r>
          </a:p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Use dark text</a:t>
            </a:r>
          </a:p>
        </p:txBody>
      </p:sp>
      <p:sp>
        <p:nvSpPr>
          <p:cNvPr id="26" name="Text colors label"/>
          <p:cNvSpPr/>
          <p:nvPr/>
        </p:nvSpPr>
        <p:spPr>
          <a:xfrm>
            <a:off x="571426" y="3599978"/>
            <a:ext cx="4999349" cy="24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Text on dark backgrounds</a:t>
            </a:r>
          </a:p>
        </p:txBody>
      </p:sp>
      <p:sp>
        <p:nvSpPr>
          <p:cNvPr id="27" name="Body text and titles dot"/>
          <p:cNvSpPr/>
          <p:nvPr/>
        </p:nvSpPr>
        <p:spPr>
          <a:xfrm>
            <a:off x="571426" y="3974929"/>
            <a:ext cx="349954" cy="3499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Body text and titles sample"/>
          <p:cNvSpPr/>
          <p:nvPr/>
        </p:nvSpPr>
        <p:spPr>
          <a:xfrm>
            <a:off x="1071361" y="3974929"/>
            <a:ext cx="4749382" cy="349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</a:rPr>
              <a:t>Body text and titles  </a:t>
            </a:r>
            <a:r>
              <a:rPr lang="en-US" sz="1200">
                <a:solidFill>
                  <a:srgbClr val="FFFFFF"/>
                </a:solidFill>
              </a:rPr>
              <a:t>#FFFFFF</a:t>
            </a:r>
          </a:p>
        </p:txBody>
      </p:sp>
      <p:sp>
        <p:nvSpPr>
          <p:cNvPr id="29" name="Emphasis dot"/>
          <p:cNvSpPr/>
          <p:nvPr/>
        </p:nvSpPr>
        <p:spPr>
          <a:xfrm>
            <a:off x="571426" y="4449867"/>
            <a:ext cx="349954" cy="349954"/>
          </a:xfrm>
          <a:prstGeom prst="ellipse">
            <a:avLst/>
          </a:prstGeom>
          <a:solidFill>
            <a:srgbClr val="B9AAE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Emphasis sample"/>
          <p:cNvSpPr/>
          <p:nvPr/>
        </p:nvSpPr>
        <p:spPr>
          <a:xfrm>
            <a:off x="1071361" y="4449867"/>
            <a:ext cx="4749382" cy="349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B9AAEE"/>
                </a:solidFill>
              </a:rPr>
              <a:t>Emphasis  </a:t>
            </a:r>
            <a:r>
              <a:rPr lang="en-US" sz="1200">
                <a:solidFill>
                  <a:srgbClr val="B9AAEE"/>
                </a:solidFill>
              </a:rPr>
              <a:t>#B9AAEE</a:t>
            </a:r>
          </a:p>
        </p:txBody>
      </p:sp>
      <p:sp>
        <p:nvSpPr>
          <p:cNvPr id="31" name="De-emphasis, captions dot"/>
          <p:cNvSpPr/>
          <p:nvPr/>
        </p:nvSpPr>
        <p:spPr>
          <a:xfrm>
            <a:off x="571426" y="4924805"/>
            <a:ext cx="349954" cy="349954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De-emphasis, captions sample"/>
          <p:cNvSpPr/>
          <p:nvPr/>
        </p:nvSpPr>
        <p:spPr>
          <a:xfrm>
            <a:off x="1071361" y="4924805"/>
            <a:ext cx="4749382" cy="349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A6A6A6"/>
                </a:solidFill>
              </a:rPr>
              <a:t>De-emphasis, captions  </a:t>
            </a:r>
            <a:r>
              <a:rPr lang="en-US" sz="1200">
                <a:solidFill>
                  <a:srgbClr val="A6A6A6"/>
                </a:solidFill>
              </a:rPr>
              <a:t>#A6A6A6</a:t>
            </a:r>
          </a:p>
        </p:txBody>
      </p:sp>
      <p:sp>
        <p:nvSpPr>
          <p:cNvPr id="33" name="Text note"/>
          <p:cNvSpPr/>
          <p:nvPr/>
        </p:nvSpPr>
        <p:spPr>
          <a:xfrm>
            <a:off x="571426" y="5424740"/>
            <a:ext cx="5249316" cy="24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>
                <a:solidFill>
                  <a:srgbClr val="A6A6A6"/>
                </a:solidFill>
              </a:rPr>
              <a:t>Body 18pt minimum, captions 16pt. White on blue gradients: large text only.</a:t>
            </a:r>
          </a:p>
        </p:txBody>
      </p:sp>
      <p:sp>
        <p:nvSpPr>
          <p:cNvPr id="34" name="Gradients label"/>
          <p:cNvSpPr/>
          <p:nvPr/>
        </p:nvSpPr>
        <p:spPr>
          <a:xfrm>
            <a:off x="6194194" y="3599978"/>
            <a:ext cx="4999349" cy="249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latin typeface="+mj-lt"/>
              </a:rPr>
              <a:t>Gradients</a:t>
            </a:r>
          </a:p>
        </p:txBody>
      </p:sp>
      <p:sp>
        <p:nvSpPr>
          <p:cNvPr id="35" name="Space gradient"/>
          <p:cNvSpPr/>
          <p:nvPr/>
        </p:nvSpPr>
        <p:spPr>
          <a:xfrm>
            <a:off x="6194194" y="3974929"/>
            <a:ext cx="2629658" cy="874886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20838"/>
              </a:gs>
              <a:gs pos="50000">
                <a:srgbClr val="2E1A9E"/>
              </a:gs>
              <a:gs pos="100000">
                <a:srgbClr val="3B5BEA"/>
              </a:gs>
            </a:gsLst>
            <a:lin ang="0" scaled="1"/>
          </a:gradFill>
          <a:ln>
            <a:noFill/>
          </a:ln>
        </p:spPr>
        <p:txBody>
          <a:bodyPr wrap="square" lIns="149980" tIns="149980" rIns="149980" bIns="14998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+mj-lt"/>
              </a:rPr>
              <a:t>Space</a:t>
            </a:r>
          </a:p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#120838 &gt; #2E1A9E &gt; #3B5BEA</a:t>
            </a:r>
          </a:p>
        </p:txBody>
      </p:sp>
      <p:sp>
        <p:nvSpPr>
          <p:cNvPr id="36" name="Blue-purple gradient"/>
          <p:cNvSpPr/>
          <p:nvPr/>
        </p:nvSpPr>
        <p:spPr>
          <a:xfrm>
            <a:off x="8973832" y="3974929"/>
            <a:ext cx="2629658" cy="874886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3A12B8"/>
              </a:gs>
              <a:gs pos="50000">
                <a:srgbClr val="4A2BE0"/>
              </a:gs>
              <a:gs pos="100000">
                <a:srgbClr val="2F6BFF"/>
              </a:gs>
            </a:gsLst>
            <a:lin ang="0" scaled="1"/>
          </a:gradFill>
          <a:ln>
            <a:noFill/>
          </a:ln>
        </p:spPr>
        <p:txBody>
          <a:bodyPr wrap="square" lIns="149980" tIns="149980" rIns="149980" bIns="14998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+mj-lt"/>
              </a:rPr>
              <a:t>Blue-purple</a:t>
            </a:r>
          </a:p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#3A12B8 &gt; #4A2BE0 &gt; #2F6BFF</a:t>
            </a:r>
          </a:p>
        </p:txBody>
      </p:sp>
      <p:sp>
        <p:nvSpPr>
          <p:cNvPr id="37" name="Magenta gradient"/>
          <p:cNvSpPr/>
          <p:nvPr/>
        </p:nvSpPr>
        <p:spPr>
          <a:xfrm>
            <a:off x="6194194" y="4999796"/>
            <a:ext cx="2629658" cy="874886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6A0FB8"/>
              </a:gs>
              <a:gs pos="50000">
                <a:srgbClr val="B01ACB"/>
              </a:gs>
              <a:gs pos="100000">
                <a:srgbClr val="D600AA"/>
              </a:gs>
            </a:gsLst>
            <a:lin ang="0" scaled="1"/>
          </a:gradFill>
          <a:ln>
            <a:noFill/>
          </a:ln>
        </p:spPr>
        <p:txBody>
          <a:bodyPr wrap="square" lIns="149980" tIns="149980" rIns="149980" bIns="14998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+mj-lt"/>
              </a:rPr>
              <a:t>Magenta</a:t>
            </a:r>
          </a:p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#6A0FB8 &gt; #B01ACB &gt; #D600AA</a:t>
            </a:r>
          </a:p>
        </p:txBody>
      </p:sp>
      <p:sp>
        <p:nvSpPr>
          <p:cNvPr id="38" name="Brand border gradient"/>
          <p:cNvSpPr/>
          <p:nvPr/>
        </p:nvSpPr>
        <p:spPr>
          <a:xfrm>
            <a:off x="8973832" y="4999796"/>
            <a:ext cx="2629658" cy="874886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600AA"/>
              </a:gs>
              <a:gs pos="100000">
                <a:srgbClr val="512BD4"/>
              </a:gs>
            </a:gsLst>
            <a:lin ang="0" scaled="1"/>
          </a:gradFill>
          <a:ln>
            <a:noFill/>
          </a:ln>
        </p:spPr>
        <p:txBody>
          <a:bodyPr wrap="square" lIns="149980" tIns="149980" rIns="149980" bIns="149980" anchor="ctr">
            <a:noAutofit/>
          </a:bodyPr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latin typeface="+mj-lt"/>
              </a:rPr>
              <a:t>Brand border</a:t>
            </a:r>
          </a:p>
          <a:p>
            <a:pPr algn="l">
              <a:buNone/>
            </a:pPr>
            <a:r>
              <a:rPr lang="en-US" sz="1100">
                <a:solidFill>
                  <a:srgbClr val="FFFFFF"/>
                </a:solidFill>
              </a:rPr>
              <a:t>#D600AA &gt; #512BD4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81FC-02FA-055F-2E76-0028F248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6935FDAD-9740-3410-C21D-0CCC2ED55118}"/>
              </a:ext>
            </a:extLst>
          </p:cNvPr>
          <p:cNvSpPr/>
          <p:nvPr/>
        </p:nvSpPr>
        <p:spPr>
          <a:xfrm>
            <a:off x="541684" y="698044"/>
            <a:ext cx="9484014" cy="1269834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7200" kern="0" spc="-300">
                <a:solidFill>
                  <a:schemeClr val="bg1"/>
                </a:solidFill>
              </a:rPr>
              <a:t>Title – 72pt</a:t>
            </a:r>
            <a:endParaRPr lang="en-US" sz="7200">
              <a:solidFill>
                <a:schemeClr val="bg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18DA62-5AEF-4E8F-8E80-9116783168AC}"/>
              </a:ext>
            </a:extLst>
          </p:cNvPr>
          <p:cNvSpPr/>
          <p:nvPr/>
        </p:nvSpPr>
        <p:spPr>
          <a:xfrm>
            <a:off x="541684" y="2070274"/>
            <a:ext cx="6848013" cy="8973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4800" kern="0" spc="-200">
                <a:solidFill>
                  <a:schemeClr val="bg1"/>
                </a:solidFill>
              </a:rPr>
              <a:t>Title – 48pt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FCF71A-4F31-9504-6233-F139C19D7A16}"/>
              </a:ext>
            </a:extLst>
          </p:cNvPr>
          <p:cNvSpPr/>
          <p:nvPr/>
        </p:nvSpPr>
        <p:spPr>
          <a:xfrm>
            <a:off x="541684" y="3065752"/>
            <a:ext cx="4767657" cy="55872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3600" kern="0" spc="-60">
                <a:solidFill>
                  <a:schemeClr val="bg1"/>
                </a:solidFill>
              </a:rPr>
              <a:t>Title – 36pt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397034-2A52-14BC-26AA-91694C1E418B}"/>
              </a:ext>
            </a:extLst>
          </p:cNvPr>
          <p:cNvSpPr/>
          <p:nvPr/>
        </p:nvSpPr>
        <p:spPr>
          <a:xfrm>
            <a:off x="541684" y="3748659"/>
            <a:ext cx="4767655" cy="45714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2800" kern="0" spc="-48">
                <a:solidFill>
                  <a:schemeClr val="bg1"/>
                </a:solidFill>
              </a:rPr>
              <a:t>Title – 28pt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6E045173-2275-D706-EFD8-19A97C57FE8A}"/>
              </a:ext>
            </a:extLst>
          </p:cNvPr>
          <p:cNvSpPr/>
          <p:nvPr/>
        </p:nvSpPr>
        <p:spPr>
          <a:xfrm>
            <a:off x="541684" y="4361896"/>
            <a:ext cx="4767655" cy="45714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2400" kern="0" spc="-48">
                <a:solidFill>
                  <a:schemeClr val="bg1"/>
                </a:solidFill>
                <a:latin typeface="+mn-lt"/>
              </a:rPr>
              <a:t>Text – 24pt</a:t>
            </a:r>
            <a:endParaRPr lang="en-US" sz="2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6165BF03-2B4D-09F0-1247-8B3ABFF0D432}"/>
              </a:ext>
            </a:extLst>
          </p:cNvPr>
          <p:cNvSpPr/>
          <p:nvPr/>
        </p:nvSpPr>
        <p:spPr>
          <a:xfrm>
            <a:off x="541684" y="4989824"/>
            <a:ext cx="4767655" cy="45714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 kern="0" spc="-48">
                <a:solidFill>
                  <a:schemeClr val="bg1"/>
                </a:solidFill>
                <a:latin typeface="+mn-lt"/>
              </a:rPr>
              <a:t>Text – 20pt</a:t>
            </a:r>
            <a:endParaRPr lang="en-US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DF77481B-FBAD-3DAF-82A6-4D94B31D3E62}"/>
              </a:ext>
            </a:extLst>
          </p:cNvPr>
          <p:cNvSpPr/>
          <p:nvPr/>
        </p:nvSpPr>
        <p:spPr>
          <a:xfrm>
            <a:off x="541684" y="5613674"/>
            <a:ext cx="4767655" cy="45714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r>
              <a:rPr lang="en-US" sz="1800" kern="0" spc="-48">
                <a:solidFill>
                  <a:schemeClr val="bg1"/>
                </a:solidFill>
                <a:latin typeface="+mn-lt"/>
              </a:rPr>
              <a:t>Text – 18pt </a:t>
            </a:r>
            <a:r>
              <a:rPr lang="en-US" sz="1800" kern="0" spc="-48">
                <a:solidFill>
                  <a:schemeClr val="bg2"/>
                </a:solidFill>
                <a:latin typeface="+mn-lt"/>
              </a:rPr>
              <a:t> minimum · 16pt for captions only</a:t>
            </a:r>
            <a:endParaRPr lang="en-US" sz="1800">
              <a:solidFill>
                <a:schemeClr val="bg2"/>
              </a:solidFill>
              <a:latin typeface="+mn-lt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AE9FDE-B17A-C7F9-BFCD-44C47D0386C0}"/>
              </a:ext>
            </a:extLst>
          </p:cNvPr>
          <p:cNvCxnSpPr>
            <a:cxnSpLocks/>
          </p:cNvCxnSpPr>
          <p:nvPr/>
        </p:nvCxnSpPr>
        <p:spPr>
          <a:xfrm flipH="1">
            <a:off x="541684" y="2018142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F704DCC-176E-AF57-8F9F-5524302EB4A8}"/>
              </a:ext>
            </a:extLst>
          </p:cNvPr>
          <p:cNvCxnSpPr>
            <a:cxnSpLocks/>
          </p:cNvCxnSpPr>
          <p:nvPr/>
        </p:nvCxnSpPr>
        <p:spPr>
          <a:xfrm flipH="1">
            <a:off x="541684" y="3032772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15A90BB-0D81-0528-2834-B8E4C6AC30A6}"/>
              </a:ext>
            </a:extLst>
          </p:cNvPr>
          <p:cNvCxnSpPr>
            <a:cxnSpLocks/>
          </p:cNvCxnSpPr>
          <p:nvPr/>
        </p:nvCxnSpPr>
        <p:spPr>
          <a:xfrm flipH="1">
            <a:off x="541684" y="3668308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3EB7C2D-1655-B45F-D0CA-AB0D8ABFC2C8}"/>
              </a:ext>
            </a:extLst>
          </p:cNvPr>
          <p:cNvCxnSpPr>
            <a:cxnSpLocks/>
          </p:cNvCxnSpPr>
          <p:nvPr/>
        </p:nvCxnSpPr>
        <p:spPr>
          <a:xfrm flipH="1">
            <a:off x="541684" y="4281545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B733C1A-B464-B35A-5B39-0103C5112ED1}"/>
              </a:ext>
            </a:extLst>
          </p:cNvPr>
          <p:cNvCxnSpPr>
            <a:cxnSpLocks/>
          </p:cNvCxnSpPr>
          <p:nvPr/>
        </p:nvCxnSpPr>
        <p:spPr>
          <a:xfrm flipH="1">
            <a:off x="541684" y="4917082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9A62CC-B536-F36B-4573-727A573463D2}"/>
              </a:ext>
            </a:extLst>
          </p:cNvPr>
          <p:cNvCxnSpPr>
            <a:cxnSpLocks/>
          </p:cNvCxnSpPr>
          <p:nvPr/>
        </p:nvCxnSpPr>
        <p:spPr>
          <a:xfrm flipH="1">
            <a:off x="541684" y="5530319"/>
            <a:ext cx="11108632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1">
            <a:extLst>
              <a:ext uri="{FF2B5EF4-FFF2-40B4-BE49-F238E27FC236}">
                <a16:creationId xmlns:a16="http://schemas.microsoft.com/office/drawing/2014/main" id="{BDD65C80-1DB0-13C8-7003-2A5FB24DAD33}"/>
              </a:ext>
            </a:extLst>
          </p:cNvPr>
          <p:cNvSpPr/>
          <p:nvPr/>
        </p:nvSpPr>
        <p:spPr>
          <a:xfrm>
            <a:off x="7170164" y="1104390"/>
            <a:ext cx="4480152" cy="45714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/>
            <a:r>
              <a:rPr lang="en-US" sz="1200" kern="0" spc="-48">
                <a:solidFill>
                  <a:schemeClr val="bg1"/>
                </a:solidFill>
                <a:latin typeface="+mn-lt"/>
              </a:rPr>
              <a:t>Space Grotesk + Open Sans</a:t>
            </a:r>
            <a:endParaRPr lang="en-US" sz="12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0" name="Font Guidance"/>
          <p:cNvSpPr txBox="1"/>
          <p:nvPr/>
        </p:nvSpPr>
        <p:spPr>
          <a:xfrm>
            <a:off x="5714256" y="3065752"/>
            <a:ext cx="5904731" cy="3099596"/>
          </a:xfrm>
          <a:prstGeom prst="roundRect">
            <a:avLst>
              <a:gd name="adj" fmla="val 5000"/>
            </a:avLst>
          </a:prstGeom>
          <a:solidFill>
            <a:srgbClr val="1A0B5E"/>
          </a:solidFill>
          <a:ln w="12700">
            <a:gradFill>
              <a:gsLst>
                <a:gs pos="0">
                  <a:srgbClr val="D600AA"/>
                </a:gs>
                <a:gs pos="100000">
                  <a:srgbClr val="512BD4"/>
                </a:gs>
              </a:gsLst>
              <a:lin ang="0" scaled="1"/>
            </a:gradFill>
          </a:ln>
        </p:spPr>
        <p:txBody>
          <a:bodyPr wrap="square" lIns="274284" tIns="228570" rIns="274284" bIns="228570" anchor="t"/>
          <a:lstStyle/>
          <a:p>
            <a:r>
              <a:rPr lang="en-US" sz="1800" b="1">
                <a:solidFill>
                  <a:srgbClr val="FFFFFF"/>
                </a:solidFill>
                <a:latin typeface="+mj-lt"/>
              </a:rPr>
              <a:t>Font guidance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lang="en-US" sz="1200" b="1">
                <a:solidFill>
                  <a:srgbClr val="B9AAEE"/>
                </a:solidFill>
              </a:rPr>
              <a:t>Headings: </a:t>
            </a:r>
            <a:r>
              <a:rPr lang="en-US" sz="1200">
                <a:solidFill>
                  <a:srgbClr val="FFFFFF"/>
                </a:solidFill>
              </a:rPr>
              <a:t>Space Grotesk</a:t>
            </a:r>
            <a:r>
              <a:rPr lang="en-US" sz="1200" b="1">
                <a:solidFill>
                  <a:srgbClr val="B9AAEE"/>
                </a:solidFill>
              </a:rPr>
              <a:t>  Body: </a:t>
            </a:r>
            <a:r>
              <a:rPr lang="en-US" sz="1200">
                <a:solidFill>
                  <a:srgbClr val="FFFFFF"/>
                </a:solidFill>
              </a:rPr>
              <a:t>Open Sans</a:t>
            </a:r>
            <a:r>
              <a:rPr lang="en-US" sz="1200" b="1">
                <a:solidFill>
                  <a:srgbClr val="B9AAEE"/>
                </a:solidFill>
              </a:rPr>
              <a:t>  Code: </a:t>
            </a:r>
            <a:r>
              <a:rPr lang="en-US" sz="1200">
                <a:solidFill>
                  <a:srgbClr val="FFFFFF"/>
                </a:solidFill>
              </a:rPr>
              <a:t>Cascadia Code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200" b="1">
                <a:solidFill>
                  <a:srgbClr val="B9AAEE"/>
                </a:solidFill>
              </a:rPr>
              <a:t>Install Space Grotesk </a:t>
            </a:r>
            <a:r>
              <a:rPr lang="en-US" sz="1200">
                <a:solidFill>
                  <a:srgbClr val="FFFFFF"/>
                </a:solidFill>
              </a:rPr>
              <a:t>(free from Google Fonts). Use the individual weight files, not the variable font.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200" b="1">
                <a:solidFill>
                  <a:srgbClr val="B9AAEE"/>
                </a:solidFill>
              </a:rPr>
              <a:t>Embed fonts when saving: </a:t>
            </a:r>
            <a:r>
              <a:rPr lang="en-US" sz="1200">
                <a:solidFill>
                  <a:srgbClr val="FFFFFF"/>
                </a:solidFill>
              </a:rPr>
              <a:t>File &gt; Options &gt; Save &gt; Embed fonts, with all characters. Adds only a few hundred KB.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200" b="1">
                <a:solidFill>
                  <a:srgbClr val="B9AAEE"/>
                </a:solidFill>
              </a:rPr>
              <a:t>No Space Grotesk? </a:t>
            </a:r>
            <a:r>
              <a:rPr lang="en-US" sz="1200">
                <a:solidFill>
                  <a:srgbClr val="FFFFFF"/>
                </a:solidFill>
              </a:rPr>
              <a:t>Use Aptos Display for headings. It works on Windows and Mac.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1200" b="1">
                <a:solidFill>
                  <a:srgbClr val="B9AAEE"/>
                </a:solidFill>
              </a:rPr>
              <a:t>Leave room in big headings, </a:t>
            </a:r>
            <a:r>
              <a:rPr lang="en-US" sz="1200">
                <a:solidFill>
                  <a:srgbClr val="FFFFFF"/>
                </a:solidFill>
              </a:rPr>
              <a:t>since a substituted font can wrap differently.</a:t>
            </a:r>
          </a:p>
        </p:txBody>
      </p:sp>
    </p:spTree>
    <p:extLst>
      <p:ext uri="{BB962C8B-B14F-4D97-AF65-F5344CB8AC3E}">
        <p14:creationId xmlns:p14="http://schemas.microsoft.com/office/powerpoint/2010/main" val="789156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9ACE-1BC0-DBF6-EE2A-C5D12D5B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1">
            <a:extLst>
              <a:ext uri="{FF2B5EF4-FFF2-40B4-BE49-F238E27FC236}">
                <a16:creationId xmlns:a16="http://schemas.microsoft.com/office/drawing/2014/main" id="{235081B0-B07D-E9A4-D83B-7B475A56E2E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1207" y="493712"/>
            <a:ext cx="4860132" cy="483394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kern="0" spc="-60">
                <a:solidFill>
                  <a:schemeClr val="bg1"/>
                </a:solidFill>
                <a:latin typeface="+mj-lt"/>
              </a:rPr>
              <a:t>Your icon library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0CF92CD3-8857-4247-7A3E-AC0ED9D14713}"/>
              </a:ext>
            </a:extLst>
          </p:cNvPr>
          <p:cNvSpPr txBox="1">
            <a:spLocks/>
          </p:cNvSpPr>
          <p:nvPr/>
        </p:nvSpPr>
        <p:spPr>
          <a:xfrm>
            <a:off x="524872" y="1074984"/>
            <a:ext cx="4438368" cy="394996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kern="0" spc="-24">
                <a:solidFill>
                  <a:schemeClr val="bg2"/>
                </a:solidFill>
              </a:rPr>
              <a:t>You can recolor these icons to match your theme.</a:t>
            </a:r>
            <a:br>
              <a:rPr lang="en-US" sz="1200" kern="0" spc="-24">
                <a:solidFill>
                  <a:schemeClr val="bg2"/>
                </a:solidFill>
              </a:rPr>
            </a:br>
            <a:r>
              <a:rPr lang="en-US" sz="1200" kern="0" spc="-24">
                <a:solidFill>
                  <a:schemeClr val="bg2"/>
                </a:solidFill>
              </a:rPr>
              <a:t>Avoid using the icons too large.</a:t>
            </a:r>
          </a:p>
          <a:p>
            <a:pPr marL="0" indent="0">
              <a:buNone/>
            </a:pP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3" name="Image 0" descr=" ">
            <a:extLst>
              <a:ext uri="{FF2B5EF4-FFF2-40B4-BE49-F238E27FC236}">
                <a16:creationId xmlns:a16="http://schemas.microsoft.com/office/drawing/2014/main" id="{1B77D02F-A792-3612-3B3F-114EB3C72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2784" y="1862659"/>
            <a:ext cx="229572" cy="255046"/>
          </a:xfrm>
          <a:prstGeom prst="rect">
            <a:avLst/>
          </a:prstGeom>
        </p:spPr>
      </p:pic>
      <p:pic>
        <p:nvPicPr>
          <p:cNvPr id="54" name="Image 1" descr=" ">
            <a:extLst>
              <a:ext uri="{FF2B5EF4-FFF2-40B4-BE49-F238E27FC236}">
                <a16:creationId xmlns:a16="http://schemas.microsoft.com/office/drawing/2014/main" id="{F3A1656F-6759-E3BB-1B92-39FD5BAFB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500" y="1875358"/>
            <a:ext cx="229572" cy="229540"/>
          </a:xfrm>
          <a:prstGeom prst="rect">
            <a:avLst/>
          </a:prstGeom>
        </p:spPr>
      </p:pic>
      <p:pic>
        <p:nvPicPr>
          <p:cNvPr id="55" name="Image 2" descr=" ">
            <a:extLst>
              <a:ext uri="{FF2B5EF4-FFF2-40B4-BE49-F238E27FC236}">
                <a16:creationId xmlns:a16="http://schemas.microsoft.com/office/drawing/2014/main" id="{BD7822DD-6782-69BE-78F9-2DF8F145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5970" y="1875358"/>
            <a:ext cx="229572" cy="229540"/>
          </a:xfrm>
          <a:prstGeom prst="rect">
            <a:avLst/>
          </a:prstGeom>
        </p:spPr>
      </p:pic>
      <p:pic>
        <p:nvPicPr>
          <p:cNvPr id="56" name="Image 3" descr=" ">
            <a:extLst>
              <a:ext uri="{FF2B5EF4-FFF2-40B4-BE49-F238E27FC236}">
                <a16:creationId xmlns:a16="http://schemas.microsoft.com/office/drawing/2014/main" id="{2B2F0CC1-7EA0-4192-9891-261B7319E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302" y="1862659"/>
            <a:ext cx="255078" cy="255046"/>
          </a:xfrm>
          <a:prstGeom prst="rect">
            <a:avLst/>
          </a:prstGeom>
        </p:spPr>
      </p:pic>
      <p:pic>
        <p:nvPicPr>
          <p:cNvPr id="58" name="Image 4" descr=" ">
            <a:extLst>
              <a:ext uri="{FF2B5EF4-FFF2-40B4-BE49-F238E27FC236}">
                <a16:creationId xmlns:a16="http://schemas.microsoft.com/office/drawing/2014/main" id="{FFD55717-8F7F-F206-D17D-2BF6B75FE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5108" y="1862659"/>
            <a:ext cx="230200" cy="255086"/>
          </a:xfrm>
          <a:prstGeom prst="rect">
            <a:avLst/>
          </a:prstGeom>
        </p:spPr>
      </p:pic>
      <p:pic>
        <p:nvPicPr>
          <p:cNvPr id="60" name="Image 5" descr=" ">
            <a:extLst>
              <a:ext uri="{FF2B5EF4-FFF2-40B4-BE49-F238E27FC236}">
                <a16:creationId xmlns:a16="http://schemas.microsoft.com/office/drawing/2014/main" id="{123E9133-BF6C-CFF5-186C-8C85F6724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1064" y="1856310"/>
            <a:ext cx="267834" cy="267800"/>
          </a:xfrm>
          <a:prstGeom prst="rect">
            <a:avLst/>
          </a:prstGeom>
        </p:spPr>
      </p:pic>
      <p:pic>
        <p:nvPicPr>
          <p:cNvPr id="61" name="Image 6" descr=" ">
            <a:extLst>
              <a:ext uri="{FF2B5EF4-FFF2-40B4-BE49-F238E27FC236}">
                <a16:creationId xmlns:a16="http://schemas.microsoft.com/office/drawing/2014/main" id="{5FEA3D68-E974-CE8F-2D5A-C4F532853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3748" y="1862659"/>
            <a:ext cx="256355" cy="255046"/>
          </a:xfrm>
          <a:prstGeom prst="rect">
            <a:avLst/>
          </a:prstGeom>
        </p:spPr>
      </p:pic>
      <p:pic>
        <p:nvPicPr>
          <p:cNvPr id="62" name="Image 7" descr=" ">
            <a:extLst>
              <a:ext uri="{FF2B5EF4-FFF2-40B4-BE49-F238E27FC236}">
                <a16:creationId xmlns:a16="http://schemas.microsoft.com/office/drawing/2014/main" id="{984D92CC-6463-FF7C-CCB0-F85F47A4A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45457" y="1875358"/>
            <a:ext cx="229572" cy="229540"/>
          </a:xfrm>
          <a:prstGeom prst="rect">
            <a:avLst/>
          </a:prstGeom>
        </p:spPr>
      </p:pic>
      <p:pic>
        <p:nvPicPr>
          <p:cNvPr id="63" name="Image 8" descr=" ">
            <a:extLst>
              <a:ext uri="{FF2B5EF4-FFF2-40B4-BE49-F238E27FC236}">
                <a16:creationId xmlns:a16="http://schemas.microsoft.com/office/drawing/2014/main" id="{4652935B-1B17-701A-4E00-9F831AACF8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13300" y="1881706"/>
            <a:ext cx="248703" cy="210412"/>
          </a:xfrm>
          <a:prstGeom prst="rect">
            <a:avLst/>
          </a:prstGeom>
        </p:spPr>
      </p:pic>
      <p:pic>
        <p:nvPicPr>
          <p:cNvPr id="64" name="Image 9" descr=" ">
            <a:extLst>
              <a:ext uri="{FF2B5EF4-FFF2-40B4-BE49-F238E27FC236}">
                <a16:creationId xmlns:a16="http://schemas.microsoft.com/office/drawing/2014/main" id="{983FEF40-E7E9-64F9-611A-FD2B65DE0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82196" y="1862659"/>
            <a:ext cx="255078" cy="255046"/>
          </a:xfrm>
          <a:prstGeom prst="rect">
            <a:avLst/>
          </a:prstGeom>
        </p:spPr>
      </p:pic>
      <p:pic>
        <p:nvPicPr>
          <p:cNvPr id="65" name="Image 10" descr=" ">
            <a:extLst>
              <a:ext uri="{FF2B5EF4-FFF2-40B4-BE49-F238E27FC236}">
                <a16:creationId xmlns:a16="http://schemas.microsoft.com/office/drawing/2014/main" id="{48B6EDFC-3E9F-D449-41C2-C630154033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5540" y="2554718"/>
            <a:ext cx="204061" cy="255052"/>
          </a:xfrm>
          <a:prstGeom prst="rect">
            <a:avLst/>
          </a:prstGeom>
        </p:spPr>
      </p:pic>
      <p:pic>
        <p:nvPicPr>
          <p:cNvPr id="66" name="Image 11" descr=" ">
            <a:extLst>
              <a:ext uri="{FF2B5EF4-FFF2-40B4-BE49-F238E27FC236}">
                <a16:creationId xmlns:a16="http://schemas.microsoft.com/office/drawing/2014/main" id="{60558B99-058D-6931-7CC6-AF1BA5E68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5233" y="2554719"/>
            <a:ext cx="218106" cy="256096"/>
          </a:xfrm>
          <a:prstGeom prst="rect">
            <a:avLst/>
          </a:prstGeom>
        </p:spPr>
      </p:pic>
      <p:pic>
        <p:nvPicPr>
          <p:cNvPr id="67" name="Image 12" descr=" ">
            <a:extLst>
              <a:ext uri="{FF2B5EF4-FFF2-40B4-BE49-F238E27FC236}">
                <a16:creationId xmlns:a16="http://schemas.microsoft.com/office/drawing/2014/main" id="{FD7327C4-76D3-C5E3-471F-549A5B920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45970" y="2567418"/>
            <a:ext cx="229572" cy="229540"/>
          </a:xfrm>
          <a:prstGeom prst="rect">
            <a:avLst/>
          </a:prstGeom>
        </p:spPr>
      </p:pic>
      <p:pic>
        <p:nvPicPr>
          <p:cNvPr id="68" name="Image 13" descr=" ">
            <a:extLst>
              <a:ext uri="{FF2B5EF4-FFF2-40B4-BE49-F238E27FC236}">
                <a16:creationId xmlns:a16="http://schemas.microsoft.com/office/drawing/2014/main" id="{99536046-59C7-E531-92B5-228CB17C0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3860" y="2548370"/>
            <a:ext cx="257962" cy="257929"/>
          </a:xfrm>
          <a:prstGeom prst="rect">
            <a:avLst/>
          </a:prstGeom>
        </p:spPr>
      </p:pic>
      <p:pic>
        <p:nvPicPr>
          <p:cNvPr id="69" name="Image 14" descr=" ">
            <a:extLst>
              <a:ext uri="{FF2B5EF4-FFF2-40B4-BE49-F238E27FC236}">
                <a16:creationId xmlns:a16="http://schemas.microsoft.com/office/drawing/2014/main" id="{90729298-E9B3-87AF-F97A-C259FAAE2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495784" y="2554718"/>
            <a:ext cx="248849" cy="255071"/>
          </a:xfrm>
          <a:prstGeom prst="rect">
            <a:avLst/>
          </a:prstGeom>
        </p:spPr>
      </p:pic>
      <p:pic>
        <p:nvPicPr>
          <p:cNvPr id="70" name="Image 15" descr=" ">
            <a:extLst>
              <a:ext uri="{FF2B5EF4-FFF2-40B4-BE49-F238E27FC236}">
                <a16:creationId xmlns:a16="http://schemas.microsoft.com/office/drawing/2014/main" id="{68D60EAF-A011-E01C-F13A-8E3A40FB4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61064" y="2561068"/>
            <a:ext cx="267834" cy="242260"/>
          </a:xfrm>
          <a:prstGeom prst="rect">
            <a:avLst/>
          </a:prstGeom>
        </p:spPr>
      </p:pic>
      <p:pic>
        <p:nvPicPr>
          <p:cNvPr id="71" name="Image 16" descr=" ">
            <a:extLst>
              <a:ext uri="{FF2B5EF4-FFF2-40B4-BE49-F238E27FC236}">
                <a16:creationId xmlns:a16="http://schemas.microsoft.com/office/drawing/2014/main" id="{C924FD9F-44D9-B64E-5354-B00446D2E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77106" y="2561068"/>
            <a:ext cx="229640" cy="242316"/>
          </a:xfrm>
          <a:prstGeom prst="rect">
            <a:avLst/>
          </a:prstGeom>
        </p:spPr>
      </p:pic>
      <p:pic>
        <p:nvPicPr>
          <p:cNvPr id="72" name="Image 17" descr=" ">
            <a:extLst>
              <a:ext uri="{FF2B5EF4-FFF2-40B4-BE49-F238E27FC236}">
                <a16:creationId xmlns:a16="http://schemas.microsoft.com/office/drawing/2014/main" id="{13A178E7-9E4F-FE90-3173-58977277C3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445457" y="2567418"/>
            <a:ext cx="229572" cy="229540"/>
          </a:xfrm>
          <a:prstGeom prst="rect">
            <a:avLst/>
          </a:prstGeom>
        </p:spPr>
      </p:pic>
      <p:pic>
        <p:nvPicPr>
          <p:cNvPr id="73" name="Image 18" descr=" ">
            <a:extLst>
              <a:ext uri="{FF2B5EF4-FFF2-40B4-BE49-F238E27FC236}">
                <a16:creationId xmlns:a16="http://schemas.microsoft.com/office/drawing/2014/main" id="{513D8394-0913-BC66-BDC7-527D19FBA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22864" y="2567418"/>
            <a:ext cx="229572" cy="229540"/>
          </a:xfrm>
          <a:prstGeom prst="rect">
            <a:avLst/>
          </a:prstGeom>
        </p:spPr>
      </p:pic>
      <p:pic>
        <p:nvPicPr>
          <p:cNvPr id="74" name="Image 19" descr=" ">
            <a:extLst>
              <a:ext uri="{FF2B5EF4-FFF2-40B4-BE49-F238E27FC236}">
                <a16:creationId xmlns:a16="http://schemas.microsoft.com/office/drawing/2014/main" id="{63F9EFEE-BC15-3C18-5F6F-43389B98D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382178" y="2554718"/>
            <a:ext cx="255115" cy="255009"/>
          </a:xfrm>
          <a:prstGeom prst="rect">
            <a:avLst/>
          </a:prstGeom>
        </p:spPr>
      </p:pic>
      <p:pic>
        <p:nvPicPr>
          <p:cNvPr id="75" name="Image 20" descr=" ">
            <a:extLst>
              <a:ext uri="{FF2B5EF4-FFF2-40B4-BE49-F238E27FC236}">
                <a16:creationId xmlns:a16="http://schemas.microsoft.com/office/drawing/2014/main" id="{146E694D-7DD4-3C22-1938-1E3653EC38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628144" y="3195986"/>
            <a:ext cx="98852" cy="255062"/>
          </a:xfrm>
          <a:prstGeom prst="rect">
            <a:avLst/>
          </a:prstGeom>
        </p:spPr>
      </p:pic>
      <p:pic>
        <p:nvPicPr>
          <p:cNvPr id="76" name="Image 21" descr=" ">
            <a:extLst>
              <a:ext uri="{FF2B5EF4-FFF2-40B4-BE49-F238E27FC236}">
                <a16:creationId xmlns:a16="http://schemas.microsoft.com/office/drawing/2014/main" id="{1A7A9AE5-C583-B1D3-CDEE-0A93FA12B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20360" y="3189636"/>
            <a:ext cx="267852" cy="267540"/>
          </a:xfrm>
          <a:prstGeom prst="rect">
            <a:avLst/>
          </a:prstGeom>
        </p:spPr>
      </p:pic>
      <p:pic>
        <p:nvPicPr>
          <p:cNvPr id="77" name="Image 22" descr=" ">
            <a:extLst>
              <a:ext uri="{FF2B5EF4-FFF2-40B4-BE49-F238E27FC236}">
                <a16:creationId xmlns:a16="http://schemas.microsoft.com/office/drawing/2014/main" id="{53C9F2BB-B886-FDB6-7532-9A810D6ED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533217" y="3202334"/>
            <a:ext cx="255078" cy="242295"/>
          </a:xfrm>
          <a:prstGeom prst="rect">
            <a:avLst/>
          </a:prstGeom>
        </p:spPr>
      </p:pic>
      <p:pic>
        <p:nvPicPr>
          <p:cNvPr id="78" name="Image 23" descr=" ">
            <a:extLst>
              <a:ext uri="{FF2B5EF4-FFF2-40B4-BE49-F238E27FC236}">
                <a16:creationId xmlns:a16="http://schemas.microsoft.com/office/drawing/2014/main" id="{7CBCBA05-ADC4-F4E7-8271-D1C32CA6A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530826" y="3195986"/>
            <a:ext cx="204030" cy="255062"/>
          </a:xfrm>
          <a:prstGeom prst="rect">
            <a:avLst/>
          </a:prstGeom>
        </p:spPr>
      </p:pic>
      <p:pic>
        <p:nvPicPr>
          <p:cNvPr id="79" name="Image 24" descr=" ">
            <a:extLst>
              <a:ext uri="{FF2B5EF4-FFF2-40B4-BE49-F238E27FC236}">
                <a16:creationId xmlns:a16="http://schemas.microsoft.com/office/drawing/2014/main" id="{4ADD5815-6897-6192-C6E7-A86BFD728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510672" y="3202334"/>
            <a:ext cx="219074" cy="243386"/>
          </a:xfrm>
          <a:prstGeom prst="rect">
            <a:avLst/>
          </a:prstGeom>
        </p:spPr>
      </p:pic>
      <p:pic>
        <p:nvPicPr>
          <p:cNvPr id="80" name="Image 25" descr=" ">
            <a:extLst>
              <a:ext uri="{FF2B5EF4-FFF2-40B4-BE49-F238E27FC236}">
                <a16:creationId xmlns:a16="http://schemas.microsoft.com/office/drawing/2014/main" id="{133F9666-3C62-993E-A6D4-F98F33841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61064" y="3195985"/>
            <a:ext cx="267834" cy="255046"/>
          </a:xfrm>
          <a:prstGeom prst="rect">
            <a:avLst/>
          </a:prstGeom>
        </p:spPr>
      </p:pic>
      <p:pic>
        <p:nvPicPr>
          <p:cNvPr id="81" name="Image 26" descr=" ">
            <a:extLst>
              <a:ext uri="{FF2B5EF4-FFF2-40B4-BE49-F238E27FC236}">
                <a16:creationId xmlns:a16="http://schemas.microsoft.com/office/drawing/2014/main" id="{2A7DAF7F-E094-28DD-DEAA-5B34D4990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89895" y="3195985"/>
            <a:ext cx="204061" cy="255105"/>
          </a:xfrm>
          <a:prstGeom prst="rect">
            <a:avLst/>
          </a:prstGeom>
        </p:spPr>
      </p:pic>
      <p:pic>
        <p:nvPicPr>
          <p:cNvPr id="82" name="Image 27" descr=" ">
            <a:extLst>
              <a:ext uri="{FF2B5EF4-FFF2-40B4-BE49-F238E27FC236}">
                <a16:creationId xmlns:a16="http://schemas.microsoft.com/office/drawing/2014/main" id="{9DB2CE22-ACD4-4477-EBDF-6A257118A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432704" y="3195985"/>
            <a:ext cx="255078" cy="255046"/>
          </a:xfrm>
          <a:prstGeom prst="rect">
            <a:avLst/>
          </a:prstGeom>
        </p:spPr>
      </p:pic>
      <p:pic>
        <p:nvPicPr>
          <p:cNvPr id="83" name="Image 28" descr=" ">
            <a:extLst>
              <a:ext uri="{FF2B5EF4-FFF2-40B4-BE49-F238E27FC236}">
                <a16:creationId xmlns:a16="http://schemas.microsoft.com/office/drawing/2014/main" id="{55B840A0-ED1F-26D5-2E4A-120EB17EC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13752" y="3202335"/>
            <a:ext cx="247798" cy="247763"/>
          </a:xfrm>
          <a:prstGeom prst="rect">
            <a:avLst/>
          </a:prstGeom>
        </p:spPr>
      </p:pic>
      <p:pic>
        <p:nvPicPr>
          <p:cNvPr id="84" name="Image 29" descr=" ">
            <a:extLst>
              <a:ext uri="{FF2B5EF4-FFF2-40B4-BE49-F238E27FC236}">
                <a16:creationId xmlns:a16="http://schemas.microsoft.com/office/drawing/2014/main" id="{F37218E1-9CEC-437B-877F-C7B1927FEA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382196" y="3195985"/>
            <a:ext cx="255078" cy="255046"/>
          </a:xfrm>
          <a:prstGeom prst="rect">
            <a:avLst/>
          </a:prstGeom>
        </p:spPr>
      </p:pic>
      <p:pic>
        <p:nvPicPr>
          <p:cNvPr id="85" name="Image 30" descr=" ">
            <a:extLst>
              <a:ext uri="{FF2B5EF4-FFF2-40B4-BE49-F238E27FC236}">
                <a16:creationId xmlns:a16="http://schemas.microsoft.com/office/drawing/2014/main" id="{7BD89529-8A6A-A6FC-12D7-55D008B8B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9392" y="3875347"/>
            <a:ext cx="256355" cy="255046"/>
          </a:xfrm>
          <a:prstGeom prst="rect">
            <a:avLst/>
          </a:prstGeom>
        </p:spPr>
      </p:pic>
      <p:pic>
        <p:nvPicPr>
          <p:cNvPr id="86" name="Image 31" descr=" ">
            <a:extLst>
              <a:ext uri="{FF2B5EF4-FFF2-40B4-BE49-F238E27FC236}">
                <a16:creationId xmlns:a16="http://schemas.microsoft.com/office/drawing/2014/main" id="{5897F6AE-06E0-B5F7-810B-74157AE7E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520370" y="3868998"/>
            <a:ext cx="267834" cy="267800"/>
          </a:xfrm>
          <a:prstGeom prst="rect">
            <a:avLst/>
          </a:prstGeom>
        </p:spPr>
      </p:pic>
      <p:pic>
        <p:nvPicPr>
          <p:cNvPr id="87" name="Image 32" descr=" ">
            <a:extLst>
              <a:ext uri="{FF2B5EF4-FFF2-40B4-BE49-F238E27FC236}">
                <a16:creationId xmlns:a16="http://schemas.microsoft.com/office/drawing/2014/main" id="{E2C294AF-3CF9-339A-1F77-9536B3874D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539596" y="3875347"/>
            <a:ext cx="242322" cy="255046"/>
          </a:xfrm>
          <a:prstGeom prst="rect">
            <a:avLst/>
          </a:prstGeom>
        </p:spPr>
      </p:pic>
      <p:pic>
        <p:nvPicPr>
          <p:cNvPr id="88" name="Image 33" descr=" ">
            <a:extLst>
              <a:ext uri="{FF2B5EF4-FFF2-40B4-BE49-F238E27FC236}">
                <a16:creationId xmlns:a16="http://schemas.microsoft.com/office/drawing/2014/main" id="{A5B27616-A12D-1ABE-EB19-FC7B8FC1FA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505302" y="3875347"/>
            <a:ext cx="255078" cy="255046"/>
          </a:xfrm>
          <a:prstGeom prst="rect">
            <a:avLst/>
          </a:prstGeom>
        </p:spPr>
      </p:pic>
      <p:pic>
        <p:nvPicPr>
          <p:cNvPr id="89" name="Image 34" descr=" ">
            <a:extLst>
              <a:ext uri="{FF2B5EF4-FFF2-40B4-BE49-F238E27FC236}">
                <a16:creationId xmlns:a16="http://schemas.microsoft.com/office/drawing/2014/main" id="{4414BE65-28F8-42BD-B280-5635DC1B64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05422" y="3875347"/>
            <a:ext cx="229572" cy="255046"/>
          </a:xfrm>
          <a:prstGeom prst="rect">
            <a:avLst/>
          </a:prstGeom>
        </p:spPr>
      </p:pic>
      <p:pic>
        <p:nvPicPr>
          <p:cNvPr id="90" name="Image 35" descr=" ">
            <a:extLst>
              <a:ext uri="{FF2B5EF4-FFF2-40B4-BE49-F238E27FC236}">
                <a16:creationId xmlns:a16="http://schemas.microsoft.com/office/drawing/2014/main" id="{AA1317D0-DA7A-863A-818B-FEB31123B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485450" y="3894394"/>
            <a:ext cx="219062" cy="219074"/>
          </a:xfrm>
          <a:prstGeom prst="rect">
            <a:avLst/>
          </a:prstGeom>
        </p:spPr>
      </p:pic>
      <p:pic>
        <p:nvPicPr>
          <p:cNvPr id="91" name="Image 36" descr=" ">
            <a:extLst>
              <a:ext uri="{FF2B5EF4-FFF2-40B4-BE49-F238E27FC236}">
                <a16:creationId xmlns:a16="http://schemas.microsoft.com/office/drawing/2014/main" id="{FC3E2290-D251-C018-9330-04CB69E9E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464386" y="3875347"/>
            <a:ext cx="255078" cy="255062"/>
          </a:xfrm>
          <a:prstGeom prst="rect">
            <a:avLst/>
          </a:prstGeom>
        </p:spPr>
      </p:pic>
      <p:pic>
        <p:nvPicPr>
          <p:cNvPr id="92" name="Image 37" descr=" ">
            <a:extLst>
              <a:ext uri="{FF2B5EF4-FFF2-40B4-BE49-F238E27FC236}">
                <a16:creationId xmlns:a16="http://schemas.microsoft.com/office/drawing/2014/main" id="{D6E14F1C-0E53-D7D1-B809-B8E8FE56A0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445457" y="3875347"/>
            <a:ext cx="229572" cy="255046"/>
          </a:xfrm>
          <a:prstGeom prst="rect">
            <a:avLst/>
          </a:prstGeom>
        </p:spPr>
      </p:pic>
      <p:pic>
        <p:nvPicPr>
          <p:cNvPr id="93" name="Image 38" descr=" ">
            <a:extLst>
              <a:ext uri="{FF2B5EF4-FFF2-40B4-BE49-F238E27FC236}">
                <a16:creationId xmlns:a16="http://schemas.microsoft.com/office/drawing/2014/main" id="{9CC4C276-0DE7-7BF4-D982-F799FCB86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445186" y="3875347"/>
            <a:ext cx="184930" cy="255028"/>
          </a:xfrm>
          <a:prstGeom prst="rect">
            <a:avLst/>
          </a:prstGeom>
        </p:spPr>
      </p:pic>
      <p:pic>
        <p:nvPicPr>
          <p:cNvPr id="94" name="Image 39" descr=" ">
            <a:extLst>
              <a:ext uri="{FF2B5EF4-FFF2-40B4-BE49-F238E27FC236}">
                <a16:creationId xmlns:a16="http://schemas.microsoft.com/office/drawing/2014/main" id="{EBCA6809-53CC-73F8-7598-F80DBF6A9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07705" y="3881696"/>
            <a:ext cx="204061" cy="242295"/>
          </a:xfrm>
          <a:prstGeom prst="rect">
            <a:avLst/>
          </a:prstGeom>
        </p:spPr>
      </p:pic>
      <p:pic>
        <p:nvPicPr>
          <p:cNvPr id="95" name="Image 40" descr=" ">
            <a:extLst>
              <a:ext uri="{FF2B5EF4-FFF2-40B4-BE49-F238E27FC236}">
                <a16:creationId xmlns:a16="http://schemas.microsoft.com/office/drawing/2014/main" id="{15305DDB-8700-C1DC-FFC5-79B55E34B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550030" y="4548359"/>
            <a:ext cx="255078" cy="255046"/>
          </a:xfrm>
          <a:prstGeom prst="rect">
            <a:avLst/>
          </a:prstGeom>
        </p:spPr>
      </p:pic>
      <p:pic>
        <p:nvPicPr>
          <p:cNvPr id="96" name="Image 41" descr=" ">
            <a:extLst>
              <a:ext uri="{FF2B5EF4-FFF2-40B4-BE49-F238E27FC236}">
                <a16:creationId xmlns:a16="http://schemas.microsoft.com/office/drawing/2014/main" id="{01B403C9-6A45-6E15-F12C-49A443BB9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33126" y="4542010"/>
            <a:ext cx="242322" cy="267800"/>
          </a:xfrm>
          <a:prstGeom prst="rect">
            <a:avLst/>
          </a:prstGeom>
        </p:spPr>
      </p:pic>
      <p:pic>
        <p:nvPicPr>
          <p:cNvPr id="97" name="Image 42" descr=" ">
            <a:extLst>
              <a:ext uri="{FF2B5EF4-FFF2-40B4-BE49-F238E27FC236}">
                <a16:creationId xmlns:a16="http://schemas.microsoft.com/office/drawing/2014/main" id="{8B632B5F-61EF-9DB4-5E28-5C0981FEA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533217" y="4548359"/>
            <a:ext cx="255078" cy="255046"/>
          </a:xfrm>
          <a:prstGeom prst="rect">
            <a:avLst/>
          </a:prstGeom>
        </p:spPr>
      </p:pic>
      <p:pic>
        <p:nvPicPr>
          <p:cNvPr id="98" name="Image 43" descr=" ">
            <a:extLst>
              <a:ext uri="{FF2B5EF4-FFF2-40B4-BE49-F238E27FC236}">
                <a16:creationId xmlns:a16="http://schemas.microsoft.com/office/drawing/2014/main" id="{C298BD10-29AA-294D-D58C-5A3E88973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518055" y="4542010"/>
            <a:ext cx="229572" cy="267800"/>
          </a:xfrm>
          <a:prstGeom prst="rect">
            <a:avLst/>
          </a:prstGeom>
        </p:spPr>
      </p:pic>
      <p:pic>
        <p:nvPicPr>
          <p:cNvPr id="99" name="Image 44" descr=" ">
            <a:extLst>
              <a:ext uri="{FF2B5EF4-FFF2-40B4-BE49-F238E27FC236}">
                <a16:creationId xmlns:a16="http://schemas.microsoft.com/office/drawing/2014/main" id="{A11EC417-B9B9-0685-787A-E34153E823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495857" y="4543748"/>
            <a:ext cx="248703" cy="261138"/>
          </a:xfrm>
          <a:prstGeom prst="rect">
            <a:avLst/>
          </a:prstGeom>
        </p:spPr>
      </p:pic>
      <p:pic>
        <p:nvPicPr>
          <p:cNvPr id="100" name="Image 45" descr=" ">
            <a:extLst>
              <a:ext uri="{FF2B5EF4-FFF2-40B4-BE49-F238E27FC236}">
                <a16:creationId xmlns:a16="http://schemas.microsoft.com/office/drawing/2014/main" id="{EEFDC4F3-46DD-6583-FAF3-97763AA35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467441" y="4548359"/>
            <a:ext cx="255078" cy="255046"/>
          </a:xfrm>
          <a:prstGeom prst="rect">
            <a:avLst/>
          </a:prstGeom>
        </p:spPr>
      </p:pic>
      <p:pic>
        <p:nvPicPr>
          <p:cNvPr id="101" name="Image 46" descr=" ">
            <a:extLst>
              <a:ext uri="{FF2B5EF4-FFF2-40B4-BE49-F238E27FC236}">
                <a16:creationId xmlns:a16="http://schemas.microsoft.com/office/drawing/2014/main" id="{BAF0DFDD-DA7E-F6E3-45A9-D38802DBD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521778" y="4550837"/>
            <a:ext cx="140294" cy="250090"/>
          </a:xfrm>
          <a:prstGeom prst="rect">
            <a:avLst/>
          </a:prstGeom>
        </p:spPr>
      </p:pic>
      <p:pic>
        <p:nvPicPr>
          <p:cNvPr id="102" name="Image 47" descr=" ">
            <a:extLst>
              <a:ext uri="{FF2B5EF4-FFF2-40B4-BE49-F238E27FC236}">
                <a16:creationId xmlns:a16="http://schemas.microsoft.com/office/drawing/2014/main" id="{903B3AC6-ADE6-9601-6E58-FD14E5D20C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8438536" y="4548360"/>
            <a:ext cx="243414" cy="255554"/>
          </a:xfrm>
          <a:prstGeom prst="rect">
            <a:avLst/>
          </a:prstGeom>
        </p:spPr>
      </p:pic>
      <p:pic>
        <p:nvPicPr>
          <p:cNvPr id="103" name="Image 48" descr=" ">
            <a:extLst>
              <a:ext uri="{FF2B5EF4-FFF2-40B4-BE49-F238E27FC236}">
                <a16:creationId xmlns:a16="http://schemas.microsoft.com/office/drawing/2014/main" id="{EC0870FE-724E-0046-4BC1-1AB1E1F3F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9415944" y="4548360"/>
            <a:ext cx="243414" cy="255554"/>
          </a:xfrm>
          <a:prstGeom prst="rect">
            <a:avLst/>
          </a:prstGeom>
        </p:spPr>
      </p:pic>
      <p:pic>
        <p:nvPicPr>
          <p:cNvPr id="104" name="Image 49" descr=" ">
            <a:extLst>
              <a:ext uri="{FF2B5EF4-FFF2-40B4-BE49-F238E27FC236}">
                <a16:creationId xmlns:a16="http://schemas.microsoft.com/office/drawing/2014/main" id="{2CA682DF-DEE9-1EC1-CC42-FE8CBCF4F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0385248" y="4611851"/>
            <a:ext cx="248973" cy="127523"/>
          </a:xfrm>
          <a:prstGeom prst="rect">
            <a:avLst/>
          </a:prstGeom>
        </p:spPr>
      </p:pic>
      <p:pic>
        <p:nvPicPr>
          <p:cNvPr id="105" name="Image 50" descr=" ">
            <a:extLst>
              <a:ext uri="{FF2B5EF4-FFF2-40B4-BE49-F238E27FC236}">
                <a16:creationId xmlns:a16="http://schemas.microsoft.com/office/drawing/2014/main" id="{8C5E9D41-3984-0D94-46DC-A45136004A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555844" y="5265816"/>
            <a:ext cx="243450" cy="226149"/>
          </a:xfrm>
          <a:prstGeom prst="rect">
            <a:avLst/>
          </a:prstGeom>
        </p:spPr>
      </p:pic>
      <p:pic>
        <p:nvPicPr>
          <p:cNvPr id="106" name="Image 51" descr=" ">
            <a:extLst>
              <a:ext uri="{FF2B5EF4-FFF2-40B4-BE49-F238E27FC236}">
                <a16:creationId xmlns:a16="http://schemas.microsoft.com/office/drawing/2014/main" id="{4D039C1A-7E9F-1355-8EA8-A292CF7E6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11412" y="5265816"/>
            <a:ext cx="285748" cy="260316"/>
          </a:xfrm>
          <a:prstGeom prst="rect">
            <a:avLst/>
          </a:prstGeom>
        </p:spPr>
      </p:pic>
      <p:pic>
        <p:nvPicPr>
          <p:cNvPr id="107" name="Image 52" descr=" ">
            <a:extLst>
              <a:ext uri="{FF2B5EF4-FFF2-40B4-BE49-F238E27FC236}">
                <a16:creationId xmlns:a16="http://schemas.microsoft.com/office/drawing/2014/main" id="{1DF31495-869A-D20A-45EA-7FC8323C5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527407" y="5265816"/>
            <a:ext cx="266699" cy="260316"/>
          </a:xfrm>
          <a:prstGeom prst="rect">
            <a:avLst/>
          </a:prstGeom>
        </p:spPr>
      </p:pic>
      <p:pic>
        <p:nvPicPr>
          <p:cNvPr id="108" name="Image 53" descr=" ">
            <a:extLst>
              <a:ext uri="{FF2B5EF4-FFF2-40B4-BE49-F238E27FC236}">
                <a16:creationId xmlns:a16="http://schemas.microsoft.com/office/drawing/2014/main" id="{9893CEF5-BA63-3D20-B061-412BC591AD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538856" y="5265816"/>
            <a:ext cx="187968" cy="238094"/>
          </a:xfrm>
          <a:prstGeom prst="rect">
            <a:avLst/>
          </a:prstGeom>
        </p:spPr>
      </p:pic>
      <p:pic>
        <p:nvPicPr>
          <p:cNvPr id="109" name="Image 54" descr=" ">
            <a:extLst>
              <a:ext uri="{FF2B5EF4-FFF2-40B4-BE49-F238E27FC236}">
                <a16:creationId xmlns:a16="http://schemas.microsoft.com/office/drawing/2014/main" id="{4E9E9102-3097-4488-2CD2-037231CFA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5508602" y="5331292"/>
            <a:ext cx="223213" cy="148808"/>
          </a:xfrm>
          <a:prstGeom prst="rect">
            <a:avLst/>
          </a:prstGeom>
        </p:spPr>
      </p:pic>
      <p:pic>
        <p:nvPicPr>
          <p:cNvPr id="110" name="Image 55" descr=" ">
            <a:extLst>
              <a:ext uri="{FF2B5EF4-FFF2-40B4-BE49-F238E27FC236}">
                <a16:creationId xmlns:a16="http://schemas.microsoft.com/office/drawing/2014/main" id="{6FCE3138-9515-779D-53DF-10688D63E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513066" y="5265816"/>
            <a:ext cx="214284" cy="47619"/>
          </a:xfrm>
          <a:prstGeom prst="rect">
            <a:avLst/>
          </a:prstGeom>
        </p:spPr>
      </p:pic>
      <p:pic>
        <p:nvPicPr>
          <p:cNvPr id="111" name="Image 56" descr=" ">
            <a:extLst>
              <a:ext uri="{FF2B5EF4-FFF2-40B4-BE49-F238E27FC236}">
                <a16:creationId xmlns:a16="http://schemas.microsoft.com/office/drawing/2014/main" id="{EFD36FF0-6430-7898-99E8-50141F3C09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554732" y="5372958"/>
            <a:ext cx="130952" cy="130952"/>
          </a:xfrm>
          <a:prstGeom prst="rect">
            <a:avLst/>
          </a:prstGeom>
        </p:spPr>
      </p:pic>
      <p:pic>
        <p:nvPicPr>
          <p:cNvPr id="112" name="Image 57" descr=" ">
            <a:extLst>
              <a:ext uri="{FF2B5EF4-FFF2-40B4-BE49-F238E27FC236}">
                <a16:creationId xmlns:a16="http://schemas.microsoft.com/office/drawing/2014/main" id="{5C169D73-C647-56CF-F218-A38EAA32F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6473268" y="5265816"/>
            <a:ext cx="243426" cy="226190"/>
          </a:xfrm>
          <a:prstGeom prst="rect">
            <a:avLst/>
          </a:prstGeom>
        </p:spPr>
      </p:pic>
      <p:pic>
        <p:nvPicPr>
          <p:cNvPr id="113" name="Image 58" descr=" ">
            <a:extLst>
              <a:ext uri="{FF2B5EF4-FFF2-40B4-BE49-F238E27FC236}">
                <a16:creationId xmlns:a16="http://schemas.microsoft.com/office/drawing/2014/main" id="{16F4DFE6-4119-779F-8FA5-D25048492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473174" y="5259467"/>
            <a:ext cx="237502" cy="250002"/>
          </a:xfrm>
          <a:prstGeom prst="rect">
            <a:avLst/>
          </a:prstGeom>
        </p:spPr>
      </p:pic>
      <p:pic>
        <p:nvPicPr>
          <p:cNvPr id="114" name="Image 59" descr=" ">
            <a:extLst>
              <a:ext uri="{FF2B5EF4-FFF2-40B4-BE49-F238E27FC236}">
                <a16:creationId xmlns:a16="http://schemas.microsoft.com/office/drawing/2014/main" id="{81C757C3-E284-EB7A-9765-5A3199737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441180" y="5286134"/>
            <a:ext cx="238124" cy="187992"/>
          </a:xfrm>
          <a:prstGeom prst="rect">
            <a:avLst/>
          </a:prstGeom>
        </p:spPr>
      </p:pic>
      <p:pic>
        <p:nvPicPr>
          <p:cNvPr id="115" name="Image 60" descr=" ">
            <a:extLst>
              <a:ext uri="{FF2B5EF4-FFF2-40B4-BE49-F238E27FC236}">
                <a16:creationId xmlns:a16="http://schemas.microsoft.com/office/drawing/2014/main" id="{47C289E1-AB48-116B-CB35-1B8A0C090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423352" y="5272166"/>
            <a:ext cx="228598" cy="214284"/>
          </a:xfrm>
          <a:prstGeom prst="rect">
            <a:avLst/>
          </a:prstGeom>
        </p:spPr>
      </p:pic>
      <p:pic>
        <p:nvPicPr>
          <p:cNvPr id="116" name="Image 61" descr=" ">
            <a:extLst>
              <a:ext uri="{FF2B5EF4-FFF2-40B4-BE49-F238E27FC236}">
                <a16:creationId xmlns:a16="http://schemas.microsoft.com/office/drawing/2014/main" id="{C7856D0C-15F1-654C-46B7-3B17955B8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394112" y="5255102"/>
            <a:ext cx="231247" cy="249996"/>
          </a:xfrm>
          <a:prstGeom prst="rect">
            <a:avLst/>
          </a:prstGeom>
        </p:spPr>
      </p:pic>
      <p:pic>
        <p:nvPicPr>
          <p:cNvPr id="117" name="Image 62" descr=" ">
            <a:extLst>
              <a:ext uri="{FF2B5EF4-FFF2-40B4-BE49-F238E27FC236}">
                <a16:creationId xmlns:a16="http://schemas.microsoft.com/office/drawing/2014/main" id="{1B7BBBDD-33C2-2F76-13AA-99F5C607A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2528611" y="6009488"/>
            <a:ext cx="251351" cy="157094"/>
          </a:xfrm>
          <a:prstGeom prst="rect">
            <a:avLst/>
          </a:prstGeom>
        </p:spPr>
      </p:pic>
      <p:pic>
        <p:nvPicPr>
          <p:cNvPr id="118" name="Image 63" descr=" ">
            <a:extLst>
              <a:ext uri="{FF2B5EF4-FFF2-40B4-BE49-F238E27FC236}">
                <a16:creationId xmlns:a16="http://schemas.microsoft.com/office/drawing/2014/main" id="{D5FF8316-128C-0684-A0B3-60676293B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81382" y="5957876"/>
            <a:ext cx="158750" cy="264548"/>
          </a:xfrm>
          <a:prstGeom prst="rect">
            <a:avLst/>
          </a:prstGeom>
        </p:spPr>
      </p:pic>
      <p:pic>
        <p:nvPicPr>
          <p:cNvPr id="119" name="Image 64" descr=" ">
            <a:extLst>
              <a:ext uri="{FF2B5EF4-FFF2-40B4-BE49-F238E27FC236}">
                <a16:creationId xmlns:a16="http://schemas.microsoft.com/office/drawing/2014/main" id="{6FD9D908-F2AA-5795-A696-EF5BFC1E1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500549" y="5976924"/>
            <a:ext cx="264584" cy="224928"/>
          </a:xfrm>
          <a:prstGeom prst="rect">
            <a:avLst/>
          </a:prstGeom>
        </p:spPr>
      </p:pic>
      <p:pic>
        <p:nvPicPr>
          <p:cNvPr id="120" name="Image 65" descr=" ">
            <a:extLst>
              <a:ext uri="{FF2B5EF4-FFF2-40B4-BE49-F238E27FC236}">
                <a16:creationId xmlns:a16="http://schemas.microsoft.com/office/drawing/2014/main" id="{D7E69879-432A-3B75-E0BF-4318D1D9C2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563270" y="6002320"/>
            <a:ext cx="228598" cy="177777"/>
          </a:xfrm>
          <a:prstGeom prst="rect">
            <a:avLst/>
          </a:prstGeom>
        </p:spPr>
      </p:pic>
      <p:pic>
        <p:nvPicPr>
          <p:cNvPr id="121" name="Image 66" descr=" ">
            <a:extLst>
              <a:ext uri="{FF2B5EF4-FFF2-40B4-BE49-F238E27FC236}">
                <a16:creationId xmlns:a16="http://schemas.microsoft.com/office/drawing/2014/main" id="{A358E6DC-4C46-9FE2-C628-DB73AEE2C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0404960" y="5976924"/>
            <a:ext cx="209548" cy="222221"/>
          </a:xfrm>
          <a:prstGeom prst="rect">
            <a:avLst/>
          </a:prstGeom>
        </p:spPr>
      </p:pic>
      <p:pic>
        <p:nvPicPr>
          <p:cNvPr id="122" name="Image 67" descr=" ">
            <a:extLst>
              <a:ext uri="{FF2B5EF4-FFF2-40B4-BE49-F238E27FC236}">
                <a16:creationId xmlns:a16="http://schemas.microsoft.com/office/drawing/2014/main" id="{15BBD5BE-8CC9-7F4A-E83C-413FE7DC3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7464926" y="5957876"/>
            <a:ext cx="253998" cy="266666"/>
          </a:xfrm>
          <a:prstGeom prst="rect">
            <a:avLst/>
          </a:prstGeom>
        </p:spPr>
      </p:pic>
      <p:pic>
        <p:nvPicPr>
          <p:cNvPr id="123" name="Image 68" descr=" ">
            <a:extLst>
              <a:ext uri="{FF2B5EF4-FFF2-40B4-BE49-F238E27FC236}">
                <a16:creationId xmlns:a16="http://schemas.microsoft.com/office/drawing/2014/main" id="{6CB094FD-E975-DEC1-B84A-139D76671E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6464806" y="5951526"/>
            <a:ext cx="260348" cy="273014"/>
          </a:xfrm>
          <a:prstGeom prst="rect">
            <a:avLst/>
          </a:prstGeom>
        </p:spPr>
      </p:pic>
      <p:pic>
        <p:nvPicPr>
          <p:cNvPr id="124" name="Image 69" descr=" ">
            <a:extLst>
              <a:ext uri="{FF2B5EF4-FFF2-40B4-BE49-F238E27FC236}">
                <a16:creationId xmlns:a16="http://schemas.microsoft.com/office/drawing/2014/main" id="{945D19FD-5C06-9A90-42D1-A2782C9D1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5493209" y="5951526"/>
            <a:ext cx="253998" cy="273014"/>
          </a:xfrm>
          <a:prstGeom prst="rect">
            <a:avLst/>
          </a:prstGeom>
        </p:spPr>
      </p:pic>
      <p:pic>
        <p:nvPicPr>
          <p:cNvPr id="125" name="Image 70" descr=" ">
            <a:extLst>
              <a:ext uri="{FF2B5EF4-FFF2-40B4-BE49-F238E27FC236}">
                <a16:creationId xmlns:a16="http://schemas.microsoft.com/office/drawing/2014/main" id="{9CC6AE54-B97B-596C-C281-18C4F5284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9423352" y="5976924"/>
            <a:ext cx="228598" cy="228570"/>
          </a:xfrm>
          <a:prstGeom prst="rect">
            <a:avLst/>
          </a:prstGeom>
        </p:spPr>
      </p:pic>
      <p:pic>
        <p:nvPicPr>
          <p:cNvPr id="126" name="Image 71" descr=" ">
            <a:extLst>
              <a:ext uri="{FF2B5EF4-FFF2-40B4-BE49-F238E27FC236}">
                <a16:creationId xmlns:a16="http://schemas.microsoft.com/office/drawing/2014/main" id="{84724CE2-F6FB-55CE-03FD-FCAE7104D1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449118" y="5976924"/>
            <a:ext cx="222249" cy="228570"/>
          </a:xfrm>
          <a:prstGeom prst="rect">
            <a:avLst/>
          </a:prstGeom>
        </p:spPr>
      </p:pic>
      <p:sp>
        <p:nvSpPr>
          <p:cNvPr id="127" name="Text Placeholder 3">
            <a:extLst>
              <a:ext uri="{FF2B5EF4-FFF2-40B4-BE49-F238E27FC236}">
                <a16:creationId xmlns:a16="http://schemas.microsoft.com/office/drawing/2014/main" id="{780BBCD6-FDFB-831E-05E6-A161D866FE18}"/>
              </a:ext>
            </a:extLst>
          </p:cNvPr>
          <p:cNvSpPr txBox="1">
            <a:spLocks/>
          </p:cNvSpPr>
          <p:nvPr/>
        </p:nvSpPr>
        <p:spPr>
          <a:xfrm>
            <a:off x="9509260" y="1259568"/>
            <a:ext cx="1203402" cy="210412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kern="0" spc="-24">
                <a:solidFill>
                  <a:schemeClr val="bg2"/>
                </a:solidFill>
                <a:hlinkClick r:id="rId7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more icons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234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1A3B-6E21-4875-99E7-2729B54DF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1">
            <a:extLst>
              <a:ext uri="{FF2B5EF4-FFF2-40B4-BE49-F238E27FC236}">
                <a16:creationId xmlns:a16="http://schemas.microsoft.com/office/drawing/2014/main" id="{D94B9E0A-707D-E282-DC61-BE10E5A5E8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1207" y="493712"/>
            <a:ext cx="4860132" cy="483394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kern="0" spc="-60" dirty="0">
                <a:solidFill>
                  <a:schemeClr val="bg1"/>
                </a:solidFill>
                <a:latin typeface="+mj-lt"/>
              </a:rPr>
              <a:t>Your icon library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4914C479-320D-6099-10B1-80BCBE2D6C2B}"/>
              </a:ext>
            </a:extLst>
          </p:cNvPr>
          <p:cNvSpPr txBox="1">
            <a:spLocks/>
          </p:cNvSpPr>
          <p:nvPr/>
        </p:nvSpPr>
        <p:spPr>
          <a:xfrm>
            <a:off x="524872" y="1074984"/>
            <a:ext cx="4438368" cy="1828580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kern="0" spc="-24">
                <a:solidFill>
                  <a:schemeClr val="bg2"/>
                </a:solidFill>
              </a:rPr>
              <a:t>You can recolor these icons to match your theme.</a:t>
            </a:r>
            <a:br>
              <a:rPr lang="en-US" sz="1200" kern="0" spc="-24">
                <a:solidFill>
                  <a:schemeClr val="bg2"/>
                </a:solidFill>
              </a:rPr>
            </a:br>
            <a:r>
              <a:rPr lang="en-US" sz="1200" kern="0" spc="-24">
                <a:solidFill>
                  <a:schemeClr val="bg2"/>
                </a:solidFill>
              </a:rPr>
              <a:t>Avoid using the icons too large.</a:t>
            </a:r>
          </a:p>
          <a:p>
            <a:pPr marL="0" indent="0">
              <a:buNone/>
            </a:pPr>
            <a:endParaRPr lang="en-US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CEA9E4BA-77FB-94ED-83D5-3D94EE570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9057" y="5948352"/>
            <a:ext cx="286016" cy="237272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371A3688-0CFF-FD58-F5E8-52C6AA8CD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6224" y="5942003"/>
            <a:ext cx="224522" cy="249468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C5297337-3B83-4D43-8ABE-9F5D07989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48979" y="5980098"/>
            <a:ext cx="173359" cy="173332"/>
          </a:xfrm>
          <a:prstGeom prst="rect">
            <a:avLst/>
          </a:prstGeom>
        </p:spPr>
      </p:pic>
      <p:pic>
        <p:nvPicPr>
          <p:cNvPr id="5" name="Image 3" descr=" ">
            <a:extLst>
              <a:ext uri="{FF2B5EF4-FFF2-40B4-BE49-F238E27FC236}">
                <a16:creationId xmlns:a16="http://schemas.microsoft.com/office/drawing/2014/main" id="{E896BE37-5056-C039-C345-54FF83816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4048" y="5948352"/>
            <a:ext cx="136784" cy="243386"/>
          </a:xfrm>
          <a:prstGeom prst="rect">
            <a:avLst/>
          </a:prstGeom>
        </p:spPr>
      </p:pic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93854E90-81B6-5DCD-2928-82AA27AB55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795" y="5999146"/>
            <a:ext cx="237302" cy="133862"/>
          </a:xfrm>
          <a:prstGeom prst="rect">
            <a:avLst/>
          </a:prstGeom>
        </p:spPr>
      </p:pic>
      <p:pic>
        <p:nvPicPr>
          <p:cNvPr id="7" name="Image 5" descr=" ">
            <a:extLst>
              <a:ext uri="{FF2B5EF4-FFF2-40B4-BE49-F238E27FC236}">
                <a16:creationId xmlns:a16="http://schemas.microsoft.com/office/drawing/2014/main" id="{CD13C711-53EE-B1C8-B815-B4EE72CBF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7146" y="5999146"/>
            <a:ext cx="243386" cy="133862"/>
          </a:xfrm>
          <a:prstGeom prst="rect">
            <a:avLst/>
          </a:prstGeom>
        </p:spPr>
      </p:pic>
      <p:pic>
        <p:nvPicPr>
          <p:cNvPr id="8" name="Image 6" descr=" ">
            <a:extLst>
              <a:ext uri="{FF2B5EF4-FFF2-40B4-BE49-F238E27FC236}">
                <a16:creationId xmlns:a16="http://schemas.microsoft.com/office/drawing/2014/main" id="{EBF623E0-A0BF-F8D1-3D14-DC06742AC5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12443" y="5951376"/>
            <a:ext cx="133882" cy="237337"/>
          </a:xfrm>
          <a:prstGeom prst="rect">
            <a:avLst/>
          </a:prstGeom>
        </p:spPr>
      </p:pic>
      <p:pic>
        <p:nvPicPr>
          <p:cNvPr id="9" name="Image 7" descr=" ">
            <a:extLst>
              <a:ext uri="{FF2B5EF4-FFF2-40B4-BE49-F238E27FC236}">
                <a16:creationId xmlns:a16="http://schemas.microsoft.com/office/drawing/2014/main" id="{89004525-BA51-E83F-4A98-3C919BC39E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3710" y="5980098"/>
            <a:ext cx="167140" cy="173332"/>
          </a:xfrm>
          <a:prstGeom prst="rect">
            <a:avLst/>
          </a:prstGeom>
        </p:spPr>
      </p:pic>
      <p:pic>
        <p:nvPicPr>
          <p:cNvPr id="10" name="Image 8" descr=" ">
            <a:extLst>
              <a:ext uri="{FF2B5EF4-FFF2-40B4-BE49-F238E27FC236}">
                <a16:creationId xmlns:a16="http://schemas.microsoft.com/office/drawing/2014/main" id="{41B7101E-5E37-CD18-FD72-ECD950494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07234" y="5948352"/>
            <a:ext cx="254032" cy="241640"/>
          </a:xfrm>
          <a:prstGeom prst="rect">
            <a:avLst/>
          </a:prstGeom>
        </p:spPr>
      </p:pic>
      <p:pic>
        <p:nvPicPr>
          <p:cNvPr id="11" name="Image 9" descr=" ">
            <a:extLst>
              <a:ext uri="{FF2B5EF4-FFF2-40B4-BE49-F238E27FC236}">
                <a16:creationId xmlns:a16="http://schemas.microsoft.com/office/drawing/2014/main" id="{DF20D3A2-FEE8-B324-D11F-D5929EC02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50358" y="5249943"/>
            <a:ext cx="243414" cy="223808"/>
          </a:xfrm>
          <a:prstGeom prst="rect">
            <a:avLst/>
          </a:prstGeom>
        </p:spPr>
      </p:pic>
      <p:pic>
        <p:nvPicPr>
          <p:cNvPr id="12" name="Image 10" descr=" ">
            <a:extLst>
              <a:ext uri="{FF2B5EF4-FFF2-40B4-BE49-F238E27FC236}">
                <a16:creationId xmlns:a16="http://schemas.microsoft.com/office/drawing/2014/main" id="{AB723B2C-2DF7-186C-519E-5374380B97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31713" y="5249943"/>
            <a:ext cx="273544" cy="223808"/>
          </a:xfrm>
          <a:prstGeom prst="rect">
            <a:avLst/>
          </a:prstGeom>
        </p:spPr>
      </p:pic>
      <p:pic>
        <p:nvPicPr>
          <p:cNvPr id="13" name="Image 11" descr=" ">
            <a:extLst>
              <a:ext uri="{FF2B5EF4-FFF2-40B4-BE49-F238E27FC236}">
                <a16:creationId xmlns:a16="http://schemas.microsoft.com/office/drawing/2014/main" id="{4B0243C4-22E5-2D94-451A-C8A1618DE2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16596" y="5237245"/>
            <a:ext cx="238124" cy="248675"/>
          </a:xfrm>
          <a:prstGeom prst="rect">
            <a:avLst/>
          </a:prstGeom>
        </p:spPr>
      </p:pic>
      <p:pic>
        <p:nvPicPr>
          <p:cNvPr id="14" name="Image 12" descr=" ">
            <a:extLst>
              <a:ext uri="{FF2B5EF4-FFF2-40B4-BE49-F238E27FC236}">
                <a16:creationId xmlns:a16="http://schemas.microsoft.com/office/drawing/2014/main" id="{2BD781BC-8F8F-EA91-325B-245E2E63C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96754" y="5237245"/>
            <a:ext cx="211374" cy="248675"/>
          </a:xfrm>
          <a:prstGeom prst="rect">
            <a:avLst/>
          </a:prstGeom>
        </p:spPr>
      </p:pic>
      <p:pic>
        <p:nvPicPr>
          <p:cNvPr id="15" name="Image 13" descr=" ">
            <a:extLst>
              <a:ext uri="{FF2B5EF4-FFF2-40B4-BE49-F238E27FC236}">
                <a16:creationId xmlns:a16="http://schemas.microsoft.com/office/drawing/2014/main" id="{4A5EEAF0-2015-B89A-1806-08E8AF42D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78736" y="5237245"/>
            <a:ext cx="243420" cy="248675"/>
          </a:xfrm>
          <a:prstGeom prst="rect">
            <a:avLst/>
          </a:prstGeom>
        </p:spPr>
      </p:pic>
      <p:pic>
        <p:nvPicPr>
          <p:cNvPr id="16" name="Image 14" descr=" ">
            <a:extLst>
              <a:ext uri="{FF2B5EF4-FFF2-40B4-BE49-F238E27FC236}">
                <a16:creationId xmlns:a16="http://schemas.microsoft.com/office/drawing/2014/main" id="{96A3E692-0A19-F0C4-46C8-140B7AFD4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83152" y="5237245"/>
            <a:ext cx="211374" cy="248675"/>
          </a:xfrm>
          <a:prstGeom prst="rect">
            <a:avLst/>
          </a:prstGeom>
        </p:spPr>
      </p:pic>
      <p:pic>
        <p:nvPicPr>
          <p:cNvPr id="17" name="Image 15" descr=" ">
            <a:extLst>
              <a:ext uri="{FF2B5EF4-FFF2-40B4-BE49-F238E27FC236}">
                <a16:creationId xmlns:a16="http://schemas.microsoft.com/office/drawing/2014/main" id="{301447A9-2739-4D97-7204-D913DB488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78182" y="5237245"/>
            <a:ext cx="202405" cy="245262"/>
          </a:xfrm>
          <a:prstGeom prst="rect">
            <a:avLst/>
          </a:prstGeom>
        </p:spPr>
      </p:pic>
      <p:pic>
        <p:nvPicPr>
          <p:cNvPr id="18" name="Image 16" descr=" ">
            <a:extLst>
              <a:ext uri="{FF2B5EF4-FFF2-40B4-BE49-F238E27FC236}">
                <a16:creationId xmlns:a16="http://schemas.microsoft.com/office/drawing/2014/main" id="{9CC4F881-97A6-958A-93AE-E9B938C1C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426695" y="5230896"/>
            <a:ext cx="261168" cy="254950"/>
          </a:xfrm>
          <a:prstGeom prst="rect">
            <a:avLst/>
          </a:prstGeom>
        </p:spPr>
      </p:pic>
      <p:pic>
        <p:nvPicPr>
          <p:cNvPr id="19" name="Image 17" descr=" ">
            <a:extLst>
              <a:ext uri="{FF2B5EF4-FFF2-40B4-BE49-F238E27FC236}">
                <a16:creationId xmlns:a16="http://schemas.microsoft.com/office/drawing/2014/main" id="{B31D761B-BA6F-A700-6CFE-F1F9FF16B6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37730" y="5257670"/>
            <a:ext cx="193042" cy="205495"/>
          </a:xfrm>
          <a:prstGeom prst="rect">
            <a:avLst/>
          </a:prstGeom>
        </p:spPr>
      </p:pic>
      <p:pic>
        <p:nvPicPr>
          <p:cNvPr id="20" name="Image 18" descr=" ">
            <a:extLst>
              <a:ext uri="{FF2B5EF4-FFF2-40B4-BE49-F238E27FC236}">
                <a16:creationId xmlns:a16="http://schemas.microsoft.com/office/drawing/2014/main" id="{A26798C6-CC19-B18E-8726-4D74B1584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50358" y="1840437"/>
            <a:ext cx="243414" cy="248675"/>
          </a:xfrm>
          <a:prstGeom prst="rect">
            <a:avLst/>
          </a:prstGeom>
        </p:spPr>
      </p:pic>
      <p:pic>
        <p:nvPicPr>
          <p:cNvPr id="21" name="Image 19" descr=" ">
            <a:extLst>
              <a:ext uri="{FF2B5EF4-FFF2-40B4-BE49-F238E27FC236}">
                <a16:creationId xmlns:a16="http://schemas.microsoft.com/office/drawing/2014/main" id="{EB3228A1-E4A8-40E3-1AA0-C8A08672F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51844" y="3903918"/>
            <a:ext cx="273991" cy="161904"/>
          </a:xfrm>
          <a:prstGeom prst="rect">
            <a:avLst/>
          </a:prstGeom>
        </p:spPr>
      </p:pic>
      <p:pic>
        <p:nvPicPr>
          <p:cNvPr id="22" name="Image 20" descr=" ">
            <a:extLst>
              <a:ext uri="{FF2B5EF4-FFF2-40B4-BE49-F238E27FC236}">
                <a16:creationId xmlns:a16="http://schemas.microsoft.com/office/drawing/2014/main" id="{0E7CF6A8-7282-C68A-A633-E29667EB20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74042" y="3878522"/>
            <a:ext cx="252808" cy="209522"/>
          </a:xfrm>
          <a:prstGeom prst="rect">
            <a:avLst/>
          </a:prstGeom>
        </p:spPr>
      </p:pic>
      <p:pic>
        <p:nvPicPr>
          <p:cNvPr id="23" name="Image 21" descr=" ">
            <a:extLst>
              <a:ext uri="{FF2B5EF4-FFF2-40B4-BE49-F238E27FC236}">
                <a16:creationId xmlns:a16="http://schemas.microsoft.com/office/drawing/2014/main" id="{C21BC609-8019-8B40-AE93-DFFD58025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67411" y="4576930"/>
            <a:ext cx="242856" cy="161904"/>
          </a:xfrm>
          <a:prstGeom prst="rect">
            <a:avLst/>
          </a:prstGeom>
        </p:spPr>
      </p:pic>
      <p:pic>
        <p:nvPicPr>
          <p:cNvPr id="24" name="Image 22" descr=" ">
            <a:extLst>
              <a:ext uri="{FF2B5EF4-FFF2-40B4-BE49-F238E27FC236}">
                <a16:creationId xmlns:a16="http://schemas.microsoft.com/office/drawing/2014/main" id="{952D3D83-849F-3C65-30D3-03CDD359A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458140" y="2553714"/>
            <a:ext cx="242490" cy="205184"/>
          </a:xfrm>
          <a:prstGeom prst="rect">
            <a:avLst/>
          </a:prstGeom>
        </p:spPr>
      </p:pic>
      <p:pic>
        <p:nvPicPr>
          <p:cNvPr id="25" name="Image 23" descr=" ">
            <a:extLst>
              <a:ext uri="{FF2B5EF4-FFF2-40B4-BE49-F238E27FC236}">
                <a16:creationId xmlns:a16="http://schemas.microsoft.com/office/drawing/2014/main" id="{5A083373-1226-4886-E982-2143C177E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50006" y="3218208"/>
            <a:ext cx="214547" cy="162750"/>
          </a:xfrm>
          <a:prstGeom prst="rect">
            <a:avLst/>
          </a:prstGeom>
        </p:spPr>
      </p:pic>
      <p:pic>
        <p:nvPicPr>
          <p:cNvPr id="26" name="Image 24" descr=" ">
            <a:extLst>
              <a:ext uri="{FF2B5EF4-FFF2-40B4-BE49-F238E27FC236}">
                <a16:creationId xmlns:a16="http://schemas.microsoft.com/office/drawing/2014/main" id="{6CBE9CC2-2EF9-4968-5856-F3290143F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450400" y="3199160"/>
            <a:ext cx="257968" cy="209522"/>
          </a:xfrm>
          <a:prstGeom prst="rect">
            <a:avLst/>
          </a:prstGeom>
        </p:spPr>
      </p:pic>
      <p:pic>
        <p:nvPicPr>
          <p:cNvPr id="27" name="Image 25" descr=" ">
            <a:extLst>
              <a:ext uri="{FF2B5EF4-FFF2-40B4-BE49-F238E27FC236}">
                <a16:creationId xmlns:a16="http://schemas.microsoft.com/office/drawing/2014/main" id="{4AE1B3AC-AD58-875E-EFCD-545F894A8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45367" y="4570582"/>
            <a:ext cx="223824" cy="161976"/>
          </a:xfrm>
          <a:prstGeom prst="rect">
            <a:avLst/>
          </a:prstGeom>
        </p:spPr>
      </p:pic>
      <p:pic>
        <p:nvPicPr>
          <p:cNvPr id="28" name="Image 26" descr=" ">
            <a:extLst>
              <a:ext uri="{FF2B5EF4-FFF2-40B4-BE49-F238E27FC236}">
                <a16:creationId xmlns:a16="http://schemas.microsoft.com/office/drawing/2014/main" id="{8E282A01-D8EA-09BF-C9F2-0A46AE502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428296" y="3878522"/>
            <a:ext cx="257968" cy="209522"/>
          </a:xfrm>
          <a:prstGeom prst="rect">
            <a:avLst/>
          </a:prstGeom>
        </p:spPr>
      </p:pic>
      <p:pic>
        <p:nvPicPr>
          <p:cNvPr id="29" name="Image 27" descr=" ">
            <a:extLst>
              <a:ext uri="{FF2B5EF4-FFF2-40B4-BE49-F238E27FC236}">
                <a16:creationId xmlns:a16="http://schemas.microsoft.com/office/drawing/2014/main" id="{DFC91C67-388E-D969-00AF-F75C280EC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89182" y="3897569"/>
            <a:ext cx="226516" cy="165296"/>
          </a:xfrm>
          <a:prstGeom prst="rect">
            <a:avLst/>
          </a:prstGeom>
        </p:spPr>
      </p:pic>
      <p:pic>
        <p:nvPicPr>
          <p:cNvPr id="30" name="Image 28" descr=" ">
            <a:extLst>
              <a:ext uri="{FF2B5EF4-FFF2-40B4-BE49-F238E27FC236}">
                <a16:creationId xmlns:a16="http://schemas.microsoft.com/office/drawing/2014/main" id="{284403AA-5DCD-14C2-02F3-8AB125ED8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78616" y="3192811"/>
            <a:ext cx="247649" cy="213888"/>
          </a:xfrm>
          <a:prstGeom prst="rect">
            <a:avLst/>
          </a:prstGeom>
        </p:spPr>
      </p:pic>
      <p:pic>
        <p:nvPicPr>
          <p:cNvPr id="31" name="Image 29" descr=" ">
            <a:extLst>
              <a:ext uri="{FF2B5EF4-FFF2-40B4-BE49-F238E27FC236}">
                <a16:creationId xmlns:a16="http://schemas.microsoft.com/office/drawing/2014/main" id="{920FF366-9567-6871-AA80-AD6D0B65C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46424" y="4570582"/>
            <a:ext cx="251282" cy="163333"/>
          </a:xfrm>
          <a:prstGeom prst="rect">
            <a:avLst/>
          </a:prstGeom>
        </p:spPr>
      </p:pic>
      <p:pic>
        <p:nvPicPr>
          <p:cNvPr id="32" name="Image 30" descr=" ">
            <a:extLst>
              <a:ext uri="{FF2B5EF4-FFF2-40B4-BE49-F238E27FC236}">
                <a16:creationId xmlns:a16="http://schemas.microsoft.com/office/drawing/2014/main" id="{64331618-E2D9-377D-6FB3-23F9C130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539812" y="3865823"/>
            <a:ext cx="264504" cy="225582"/>
          </a:xfrm>
          <a:prstGeom prst="rect">
            <a:avLst/>
          </a:prstGeom>
        </p:spPr>
      </p:pic>
      <p:pic>
        <p:nvPicPr>
          <p:cNvPr id="33" name="Image 31" descr=" ">
            <a:extLst>
              <a:ext uri="{FF2B5EF4-FFF2-40B4-BE49-F238E27FC236}">
                <a16:creationId xmlns:a16="http://schemas.microsoft.com/office/drawing/2014/main" id="{DB07502D-4FA4-58D7-FAC4-B597E906B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560132" y="2547946"/>
            <a:ext cx="216705" cy="216705"/>
          </a:xfrm>
          <a:prstGeom prst="rect">
            <a:avLst/>
          </a:prstGeom>
        </p:spPr>
      </p:pic>
      <p:pic>
        <p:nvPicPr>
          <p:cNvPr id="34" name="Image 32" descr=" ">
            <a:extLst>
              <a:ext uri="{FF2B5EF4-FFF2-40B4-BE49-F238E27FC236}">
                <a16:creationId xmlns:a16="http://schemas.microsoft.com/office/drawing/2014/main" id="{CAD57B5E-BD2B-3AC0-75AB-850110C0AA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449886" y="2576941"/>
            <a:ext cx="214786" cy="165692"/>
          </a:xfrm>
          <a:prstGeom prst="rect">
            <a:avLst/>
          </a:prstGeom>
        </p:spPr>
      </p:pic>
      <p:pic>
        <p:nvPicPr>
          <p:cNvPr id="35" name="Image 33" descr=" ">
            <a:extLst>
              <a:ext uri="{FF2B5EF4-FFF2-40B4-BE49-F238E27FC236}">
                <a16:creationId xmlns:a16="http://schemas.microsoft.com/office/drawing/2014/main" id="{AD842A95-8D30-04ED-50DB-35EA3DA6A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450400" y="3872172"/>
            <a:ext cx="257968" cy="213888"/>
          </a:xfrm>
          <a:prstGeom prst="rect">
            <a:avLst/>
          </a:prstGeom>
        </p:spPr>
      </p:pic>
      <p:pic>
        <p:nvPicPr>
          <p:cNvPr id="36" name="Image 34" descr=" ">
            <a:extLst>
              <a:ext uri="{FF2B5EF4-FFF2-40B4-BE49-F238E27FC236}">
                <a16:creationId xmlns:a16="http://schemas.microsoft.com/office/drawing/2014/main" id="{62812DF1-8DEA-BF25-A232-62F6700305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417944" y="2576941"/>
            <a:ext cx="232612" cy="165277"/>
          </a:xfrm>
          <a:prstGeom prst="rect">
            <a:avLst/>
          </a:prstGeom>
        </p:spPr>
      </p:pic>
      <p:pic>
        <p:nvPicPr>
          <p:cNvPr id="37" name="Image 35" descr=" ">
            <a:extLst>
              <a:ext uri="{FF2B5EF4-FFF2-40B4-BE49-F238E27FC236}">
                <a16:creationId xmlns:a16="http://schemas.microsoft.com/office/drawing/2014/main" id="{5318D0EE-9D3F-75BC-F099-04F374121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450400" y="4545185"/>
            <a:ext cx="257968" cy="213888"/>
          </a:xfrm>
          <a:prstGeom prst="rect">
            <a:avLst/>
          </a:prstGeom>
        </p:spPr>
      </p:pic>
      <p:pic>
        <p:nvPicPr>
          <p:cNvPr id="38" name="Image 36" descr=" ">
            <a:extLst>
              <a:ext uri="{FF2B5EF4-FFF2-40B4-BE49-F238E27FC236}">
                <a16:creationId xmlns:a16="http://schemas.microsoft.com/office/drawing/2014/main" id="{FD273B42-3314-9CBB-7254-392FE53CB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550358" y="2534653"/>
            <a:ext cx="243414" cy="249654"/>
          </a:xfrm>
          <a:prstGeom prst="rect">
            <a:avLst/>
          </a:prstGeom>
        </p:spPr>
      </p:pic>
      <p:pic>
        <p:nvPicPr>
          <p:cNvPr id="39" name="Image 37" descr=" ">
            <a:extLst>
              <a:ext uri="{FF2B5EF4-FFF2-40B4-BE49-F238E27FC236}">
                <a16:creationId xmlns:a16="http://schemas.microsoft.com/office/drawing/2014/main" id="{4AE157CC-15C9-03C2-C005-4F507ACA4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545066" y="3173763"/>
            <a:ext cx="253998" cy="253967"/>
          </a:xfrm>
          <a:prstGeom prst="rect">
            <a:avLst/>
          </a:prstGeom>
        </p:spPr>
      </p:pic>
      <p:pic>
        <p:nvPicPr>
          <p:cNvPr id="40" name="Image 38" descr=" ">
            <a:extLst>
              <a:ext uri="{FF2B5EF4-FFF2-40B4-BE49-F238E27FC236}">
                <a16:creationId xmlns:a16="http://schemas.microsoft.com/office/drawing/2014/main" id="{AA94AC2D-52EF-A981-0A89-ADF70DB98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466918" y="2538846"/>
            <a:ext cx="243841" cy="243808"/>
          </a:xfrm>
          <a:prstGeom prst="rect">
            <a:avLst/>
          </a:prstGeom>
        </p:spPr>
      </p:pic>
      <p:pic>
        <p:nvPicPr>
          <p:cNvPr id="41" name="Image 39" descr=" ">
            <a:extLst>
              <a:ext uri="{FF2B5EF4-FFF2-40B4-BE49-F238E27FC236}">
                <a16:creationId xmlns:a16="http://schemas.microsoft.com/office/drawing/2014/main" id="{AEE654D6-A60F-1D2A-07BB-BB986A3272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5473608" y="4526137"/>
            <a:ext cx="253676" cy="259046"/>
          </a:xfrm>
          <a:prstGeom prst="rect">
            <a:avLst/>
          </a:prstGeom>
        </p:spPr>
      </p:pic>
      <p:pic>
        <p:nvPicPr>
          <p:cNvPr id="42" name="Image 40" descr=" ">
            <a:extLst>
              <a:ext uri="{FF2B5EF4-FFF2-40B4-BE49-F238E27FC236}">
                <a16:creationId xmlns:a16="http://schemas.microsoft.com/office/drawing/2014/main" id="{22202A8B-F7B2-901C-11D9-889CB7B73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361860" y="1827738"/>
            <a:ext cx="279398" cy="279364"/>
          </a:xfrm>
          <a:prstGeom prst="rect">
            <a:avLst/>
          </a:prstGeom>
        </p:spPr>
      </p:pic>
      <p:pic>
        <p:nvPicPr>
          <p:cNvPr id="43" name="Image 41" descr=" ">
            <a:extLst>
              <a:ext uri="{FF2B5EF4-FFF2-40B4-BE49-F238E27FC236}">
                <a16:creationId xmlns:a16="http://schemas.microsoft.com/office/drawing/2014/main" id="{21F5137E-DA94-D594-77FE-D1967FD56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43006" y="3872172"/>
            <a:ext cx="250958" cy="219589"/>
          </a:xfrm>
          <a:prstGeom prst="rect">
            <a:avLst/>
          </a:prstGeom>
        </p:spPr>
      </p:pic>
      <p:pic>
        <p:nvPicPr>
          <p:cNvPr id="44" name="Image 42" descr=" ">
            <a:extLst>
              <a:ext uri="{FF2B5EF4-FFF2-40B4-BE49-F238E27FC236}">
                <a16:creationId xmlns:a16="http://schemas.microsoft.com/office/drawing/2014/main" id="{31E07228-9DF4-6556-BA82-805FCE2B1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472229" y="1853136"/>
            <a:ext cx="214312" cy="228570"/>
          </a:xfrm>
          <a:prstGeom prst="rect">
            <a:avLst/>
          </a:prstGeom>
        </p:spPr>
      </p:pic>
      <p:pic>
        <p:nvPicPr>
          <p:cNvPr id="45" name="Image 43" descr=" ">
            <a:extLst>
              <a:ext uri="{FF2B5EF4-FFF2-40B4-BE49-F238E27FC236}">
                <a16:creationId xmlns:a16="http://schemas.microsoft.com/office/drawing/2014/main" id="{D0D497F4-DC93-6D3E-80FC-0EB47EE727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475472" y="2570592"/>
            <a:ext cx="253936" cy="177836"/>
          </a:xfrm>
          <a:prstGeom prst="rect">
            <a:avLst/>
          </a:prstGeom>
        </p:spPr>
      </p:pic>
      <p:pic>
        <p:nvPicPr>
          <p:cNvPr id="46" name="Image 44" descr=" ">
            <a:extLst>
              <a:ext uri="{FF2B5EF4-FFF2-40B4-BE49-F238E27FC236}">
                <a16:creationId xmlns:a16="http://schemas.microsoft.com/office/drawing/2014/main" id="{CA78B531-6752-3F59-D2B2-62AE0C48A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479969" y="2576941"/>
            <a:ext cx="240954" cy="160636"/>
          </a:xfrm>
          <a:prstGeom prst="rect">
            <a:avLst/>
          </a:prstGeom>
        </p:spPr>
      </p:pic>
      <p:pic>
        <p:nvPicPr>
          <p:cNvPr id="47" name="Image 45" descr=" ">
            <a:extLst>
              <a:ext uri="{FF2B5EF4-FFF2-40B4-BE49-F238E27FC236}">
                <a16:creationId xmlns:a16="http://schemas.microsoft.com/office/drawing/2014/main" id="{1241EC61-D2B3-D79F-3CA8-62205EB44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478300" y="4545184"/>
            <a:ext cx="248281" cy="219046"/>
          </a:xfrm>
          <a:prstGeom prst="rect">
            <a:avLst/>
          </a:prstGeom>
        </p:spPr>
      </p:pic>
      <p:pic>
        <p:nvPicPr>
          <p:cNvPr id="48" name="Image 46" descr=" ">
            <a:extLst>
              <a:ext uri="{FF2B5EF4-FFF2-40B4-BE49-F238E27FC236}">
                <a16:creationId xmlns:a16="http://schemas.microsoft.com/office/drawing/2014/main" id="{79860F48-7122-718D-AE8D-572BBDBED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470904" y="3192810"/>
            <a:ext cx="259084" cy="219046"/>
          </a:xfrm>
          <a:prstGeom prst="rect">
            <a:avLst/>
          </a:prstGeom>
        </p:spPr>
      </p:pic>
      <p:pic>
        <p:nvPicPr>
          <p:cNvPr id="49" name="Image 47" descr=" ">
            <a:extLst>
              <a:ext uri="{FF2B5EF4-FFF2-40B4-BE49-F238E27FC236}">
                <a16:creationId xmlns:a16="http://schemas.microsoft.com/office/drawing/2014/main" id="{0ECA1B8A-5D04-E210-5782-52BBA2903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463670" y="3192810"/>
            <a:ext cx="250338" cy="219046"/>
          </a:xfrm>
          <a:prstGeom prst="rect">
            <a:avLst/>
          </a:prstGeom>
        </p:spPr>
      </p:pic>
      <p:pic>
        <p:nvPicPr>
          <p:cNvPr id="50" name="Image 48" descr=" ">
            <a:extLst>
              <a:ext uri="{FF2B5EF4-FFF2-40B4-BE49-F238E27FC236}">
                <a16:creationId xmlns:a16="http://schemas.microsoft.com/office/drawing/2014/main" id="{73EE70FF-8DDF-A10D-63B5-F0A5D7989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523740" y="1859484"/>
            <a:ext cx="223836" cy="219046"/>
          </a:xfrm>
          <a:prstGeom prst="rect">
            <a:avLst/>
          </a:prstGeom>
        </p:spPr>
      </p:pic>
      <p:pic>
        <p:nvPicPr>
          <p:cNvPr id="51" name="Image 49" descr=" ">
            <a:extLst>
              <a:ext uri="{FF2B5EF4-FFF2-40B4-BE49-F238E27FC236}">
                <a16:creationId xmlns:a16="http://schemas.microsoft.com/office/drawing/2014/main" id="{F4AEEB76-A999-AA95-D291-0B0B83672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4478090" y="1846786"/>
            <a:ext cx="248703" cy="243386"/>
          </a:xfrm>
          <a:prstGeom prst="rect">
            <a:avLst/>
          </a:prstGeom>
        </p:spPr>
      </p:pic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43772692-D7A6-3351-970B-C607DBE4B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2550360" y="4545185"/>
            <a:ext cx="236251" cy="219065"/>
          </a:xfrm>
          <a:prstGeom prst="rect">
            <a:avLst/>
          </a:prstGeom>
        </p:spPr>
      </p:pic>
      <p:pic>
        <p:nvPicPr>
          <p:cNvPr id="127" name="Image 51" descr=" ">
            <a:extLst>
              <a:ext uri="{FF2B5EF4-FFF2-40B4-BE49-F238E27FC236}">
                <a16:creationId xmlns:a16="http://schemas.microsoft.com/office/drawing/2014/main" id="{35BAED98-B958-1047-9C61-74E967D1F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488528" y="1846786"/>
            <a:ext cx="223836" cy="243386"/>
          </a:xfrm>
          <a:prstGeom prst="rect">
            <a:avLst/>
          </a:prstGeom>
        </p:spPr>
      </p:pic>
      <p:pic>
        <p:nvPicPr>
          <p:cNvPr id="128" name="Image 52" descr=" ">
            <a:extLst>
              <a:ext uri="{FF2B5EF4-FFF2-40B4-BE49-F238E27FC236}">
                <a16:creationId xmlns:a16="http://schemas.microsoft.com/office/drawing/2014/main" id="{A34A1021-0446-CDC2-3291-8D891B6A0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467129" y="1859484"/>
            <a:ext cx="243420" cy="219052"/>
          </a:xfrm>
          <a:prstGeom prst="rect">
            <a:avLst/>
          </a:prstGeom>
        </p:spPr>
      </p:pic>
      <p:pic>
        <p:nvPicPr>
          <p:cNvPr id="129" name="Image 53" descr=" ">
            <a:extLst>
              <a:ext uri="{FF2B5EF4-FFF2-40B4-BE49-F238E27FC236}">
                <a16:creationId xmlns:a16="http://schemas.microsoft.com/office/drawing/2014/main" id="{C17C4DAE-5E85-6042-743D-3967E6748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2546794" y="1846786"/>
            <a:ext cx="243382" cy="243178"/>
          </a:xfrm>
          <a:prstGeom prst="rect">
            <a:avLst/>
          </a:prstGeom>
        </p:spPr>
      </p:pic>
      <p:pic>
        <p:nvPicPr>
          <p:cNvPr id="130" name="Image 54" descr=" ">
            <a:extLst>
              <a:ext uri="{FF2B5EF4-FFF2-40B4-BE49-F238E27FC236}">
                <a16:creationId xmlns:a16="http://schemas.microsoft.com/office/drawing/2014/main" id="{284B108C-DE37-DADA-8671-51584ECAB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3890" y="3873478"/>
            <a:ext cx="263536" cy="219614"/>
          </a:xfrm>
          <a:prstGeom prst="rect">
            <a:avLst/>
          </a:prstGeom>
        </p:spPr>
      </p:pic>
      <p:pic>
        <p:nvPicPr>
          <p:cNvPr id="131" name="Image 55" descr=" ">
            <a:extLst>
              <a:ext uri="{FF2B5EF4-FFF2-40B4-BE49-F238E27FC236}">
                <a16:creationId xmlns:a16="http://schemas.microsoft.com/office/drawing/2014/main" id="{21DC0899-B24A-7892-CD5B-9548BDC56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33513" y="3162956"/>
            <a:ext cx="221207" cy="261426"/>
          </a:xfrm>
          <a:prstGeom prst="rect">
            <a:avLst/>
          </a:prstGeom>
        </p:spPr>
      </p:pic>
      <p:pic>
        <p:nvPicPr>
          <p:cNvPr id="132" name="Image 56" descr=" ">
            <a:extLst>
              <a:ext uri="{FF2B5EF4-FFF2-40B4-BE49-F238E27FC236}">
                <a16:creationId xmlns:a16="http://schemas.microsoft.com/office/drawing/2014/main" id="{9BE05E03-A6B3-E29B-530B-A7A6011F0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430268" y="1878532"/>
            <a:ext cx="254024" cy="177777"/>
          </a:xfrm>
          <a:prstGeom prst="rect">
            <a:avLst/>
          </a:prstGeom>
        </p:spPr>
      </p:pic>
      <p:pic>
        <p:nvPicPr>
          <p:cNvPr id="133" name="Image 57" descr=" ">
            <a:extLst>
              <a:ext uri="{FF2B5EF4-FFF2-40B4-BE49-F238E27FC236}">
                <a16:creationId xmlns:a16="http://schemas.microsoft.com/office/drawing/2014/main" id="{56B55029-B157-282D-B366-14B322FBC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379850" y="5233048"/>
            <a:ext cx="243420" cy="249660"/>
          </a:xfrm>
          <a:prstGeom prst="rect">
            <a:avLst/>
          </a:prstGeom>
        </p:spPr>
      </p:pic>
      <p:pic>
        <p:nvPicPr>
          <p:cNvPr id="134" name="Image 58" descr=" ">
            <a:extLst>
              <a:ext uri="{FF2B5EF4-FFF2-40B4-BE49-F238E27FC236}">
                <a16:creationId xmlns:a16="http://schemas.microsoft.com/office/drawing/2014/main" id="{B6285568-70DE-0EF1-A6F3-EE7082909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0374560" y="5942003"/>
            <a:ext cx="253998" cy="253967"/>
          </a:xfrm>
          <a:prstGeom prst="rect">
            <a:avLst/>
          </a:prstGeom>
        </p:spPr>
      </p:pic>
      <p:pic>
        <p:nvPicPr>
          <p:cNvPr id="135" name="Image 59" descr=" ">
            <a:extLst>
              <a:ext uri="{FF2B5EF4-FFF2-40B4-BE49-F238E27FC236}">
                <a16:creationId xmlns:a16="http://schemas.microsoft.com/office/drawing/2014/main" id="{3C8DCA8B-7C43-5F3D-AC25-3822447B7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11748" y="4526137"/>
            <a:ext cx="247822" cy="261882"/>
          </a:xfrm>
          <a:prstGeom prst="rect">
            <a:avLst/>
          </a:prstGeom>
        </p:spPr>
      </p:pic>
      <p:pic>
        <p:nvPicPr>
          <p:cNvPr id="136" name="Image 60" descr=" ">
            <a:extLst>
              <a:ext uri="{FF2B5EF4-FFF2-40B4-BE49-F238E27FC236}">
                <a16:creationId xmlns:a16="http://schemas.microsoft.com/office/drawing/2014/main" id="{DEFB4A83-FEA0-EC4F-B44B-36E2B48C9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9432651" y="1840437"/>
            <a:ext cx="203199" cy="253967"/>
          </a:xfrm>
          <a:prstGeom prst="rect">
            <a:avLst/>
          </a:prstGeom>
        </p:spPr>
      </p:pic>
      <p:pic>
        <p:nvPicPr>
          <p:cNvPr id="137" name="Image 61" descr=" ">
            <a:extLst>
              <a:ext uri="{FF2B5EF4-FFF2-40B4-BE49-F238E27FC236}">
                <a16:creationId xmlns:a16="http://schemas.microsoft.com/office/drawing/2014/main" id="{A2848330-7816-3B66-4234-27B184385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23077" y="2540597"/>
            <a:ext cx="225163" cy="231418"/>
          </a:xfrm>
          <a:prstGeom prst="rect">
            <a:avLst/>
          </a:prstGeom>
        </p:spPr>
      </p:pic>
      <p:pic>
        <p:nvPicPr>
          <p:cNvPr id="138" name="Image 62" descr=" ">
            <a:extLst>
              <a:ext uri="{FF2B5EF4-FFF2-40B4-BE49-F238E27FC236}">
                <a16:creationId xmlns:a16="http://schemas.microsoft.com/office/drawing/2014/main" id="{C401FF87-651F-9710-7081-E05410C2A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555904" y="3192811"/>
            <a:ext cx="225163" cy="220237"/>
          </a:xfrm>
          <a:prstGeom prst="rect">
            <a:avLst/>
          </a:prstGeom>
        </p:spPr>
      </p:pic>
      <p:pic>
        <p:nvPicPr>
          <p:cNvPr id="139" name="Image 63" descr=" ">
            <a:extLst>
              <a:ext uri="{FF2B5EF4-FFF2-40B4-BE49-F238E27FC236}">
                <a16:creationId xmlns:a16="http://schemas.microsoft.com/office/drawing/2014/main" id="{4517C8D8-C717-6A2B-DB72-043B33A7F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412540" y="3205510"/>
            <a:ext cx="243420" cy="194707"/>
          </a:xfrm>
          <a:prstGeom prst="rect">
            <a:avLst/>
          </a:prstGeom>
        </p:spPr>
      </p:pic>
      <p:pic>
        <p:nvPicPr>
          <p:cNvPr id="140" name="Image 64" descr=" ">
            <a:extLst>
              <a:ext uri="{FF2B5EF4-FFF2-40B4-BE49-F238E27FC236}">
                <a16:creationId xmlns:a16="http://schemas.microsoft.com/office/drawing/2014/main" id="{C42D9D26-2A2A-F653-C502-3C4875829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379850" y="3859474"/>
            <a:ext cx="243420" cy="243386"/>
          </a:xfrm>
          <a:prstGeom prst="rect">
            <a:avLst/>
          </a:prstGeom>
        </p:spPr>
      </p:pic>
      <p:pic>
        <p:nvPicPr>
          <p:cNvPr id="141" name="Image 65" descr=" ">
            <a:extLst>
              <a:ext uri="{FF2B5EF4-FFF2-40B4-BE49-F238E27FC236}">
                <a16:creationId xmlns:a16="http://schemas.microsoft.com/office/drawing/2014/main" id="{6D707071-71F9-6C6D-8F3E-00FDAB2D3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9436886" y="3859474"/>
            <a:ext cx="194728" cy="243343"/>
          </a:xfrm>
          <a:prstGeom prst="rect">
            <a:avLst/>
          </a:prstGeom>
        </p:spPr>
      </p:pic>
      <p:pic>
        <p:nvPicPr>
          <p:cNvPr id="142" name="Image 66" descr=" ">
            <a:extLst>
              <a:ext uri="{FF2B5EF4-FFF2-40B4-BE49-F238E27FC236}">
                <a16:creationId xmlns:a16="http://schemas.microsoft.com/office/drawing/2014/main" id="{AC2FD7A5-D78C-6E25-3F7B-CC55078EC6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0440708" y="3200672"/>
            <a:ext cx="121704" cy="206896"/>
          </a:xfrm>
          <a:prstGeom prst="rect">
            <a:avLst/>
          </a:prstGeom>
        </p:spPr>
      </p:pic>
      <p:pic>
        <p:nvPicPr>
          <p:cNvPr id="143" name="Image 67" descr=" ">
            <a:extLst>
              <a:ext uri="{FF2B5EF4-FFF2-40B4-BE49-F238E27FC236}">
                <a16:creationId xmlns:a16="http://schemas.microsoft.com/office/drawing/2014/main" id="{BE67DC68-E337-5753-80BB-CDC5A85F1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9412558" y="4545185"/>
            <a:ext cx="243382" cy="225148"/>
          </a:xfrm>
          <a:prstGeom prst="rect">
            <a:avLst/>
          </a:prstGeom>
        </p:spPr>
      </p:pic>
      <p:pic>
        <p:nvPicPr>
          <p:cNvPr id="144" name="Image 68" descr=" ">
            <a:extLst>
              <a:ext uri="{FF2B5EF4-FFF2-40B4-BE49-F238E27FC236}">
                <a16:creationId xmlns:a16="http://schemas.microsoft.com/office/drawing/2014/main" id="{256A504F-1BD4-D96A-85F3-810C9BAE7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390435" y="2513449"/>
            <a:ext cx="222249" cy="222221"/>
          </a:xfrm>
          <a:prstGeom prst="rect">
            <a:avLst/>
          </a:prstGeom>
        </p:spPr>
      </p:pic>
      <p:pic>
        <p:nvPicPr>
          <p:cNvPr id="145" name="Image 69" descr=" ">
            <a:extLst>
              <a:ext uri="{FF2B5EF4-FFF2-40B4-BE49-F238E27FC236}">
                <a16:creationId xmlns:a16="http://schemas.microsoft.com/office/drawing/2014/main" id="{C69F46A5-7477-5FF1-0AFE-F736C6CE1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0374560" y="4545184"/>
            <a:ext cx="253998" cy="215872"/>
          </a:xfrm>
          <a:prstGeom prst="rect">
            <a:avLst/>
          </a:prstGeom>
        </p:spPr>
      </p:pic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1CB20851-85E8-0A8E-629F-D73F35D07569}"/>
              </a:ext>
            </a:extLst>
          </p:cNvPr>
          <p:cNvSpPr txBox="1">
            <a:spLocks/>
          </p:cNvSpPr>
          <p:nvPr/>
        </p:nvSpPr>
        <p:spPr>
          <a:xfrm>
            <a:off x="9509260" y="1259568"/>
            <a:ext cx="1203402" cy="210412"/>
          </a:xfrm>
          <a:prstGeom prst="rect">
            <a:avLst/>
          </a:prstGeom>
        </p:spPr>
        <p:txBody>
          <a:bodyPr/>
          <a:lstStyle>
            <a:lvl1pPr marL="171450" indent="-17145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1475" indent="-142875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0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7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73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45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3100" indent="-1143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kern="0" spc="-24">
                <a:solidFill>
                  <a:schemeClr val="bg2"/>
                </a:solidFill>
                <a:hlinkClick r:id="rId7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more icons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41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awesome apps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819782" y="2009423"/>
            <a:ext cx="5499284" cy="747022"/>
          </a:xfrm>
        </p:spPr>
        <p:txBody>
          <a:bodyPr>
            <a:normAutofit/>
          </a:bodyPr>
          <a:lstStyle/>
          <a:p>
            <a:r>
              <a:rPr lang="en-US" sz="4000" dirty="0"/>
              <a:t>Announcing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gradFill>
                  <a:gsLst>
                    <a:gs pos="0">
                      <a:srgbClr val="FF4FD8"/>
                    </a:gs>
                    <a:gs pos="100000">
                      <a:srgbClr val="9C8CFF"/>
                    </a:gs>
                  </a:gsLst>
                  <a:lin ang="0" scaled="0"/>
                </a:gradFill>
              </a:rPr>
              <a:t>.NET 11</a:t>
            </a:r>
          </a:p>
        </p:txBody>
      </p:sp>
    </p:spTree>
    <p:extLst>
      <p:ext uri="{BB962C8B-B14F-4D97-AF65-F5344CB8AC3E}">
        <p14:creationId xmlns:p14="http://schemas.microsoft.com/office/powerpoint/2010/main" val="4153617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853651" y="2025820"/>
            <a:ext cx="5499284" cy="674179"/>
          </a:xfrm>
        </p:spPr>
        <p:txBody>
          <a:bodyPr>
            <a:normAutofit/>
          </a:bodyPr>
          <a:lstStyle/>
          <a:p>
            <a:r>
              <a:rPr lang="en-US" sz="4000" dirty="0"/>
              <a:t>Welcome to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.NET Conf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gradFill>
                  <a:gsLst>
                    <a:gs pos="0">
                      <a:srgbClr val="FFFFFF"/>
                    </a:gs>
                    <a:gs pos="100000">
                      <a:srgbClr val="9A9AB4"/>
                    </a:gs>
                  </a:gsLst>
                  <a:lin ang="5400000" scaled="0"/>
                </a:gradFill>
              </a:rPr>
              <a:t>A platform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11"/>
          </p:nvPr>
        </p:nvSpPr>
        <p:spPr>
          <a:xfrm>
            <a:off x="571426" y="1243177"/>
            <a:ext cx="7998958" cy="650000"/>
          </a:xfrm>
        </p:spPr>
        <p:txBody>
          <a:bodyPr>
            <a:normAutofit/>
          </a:bodyPr>
          <a:lstStyle/>
          <a:p>
            <a:r>
              <a:rPr lang="en-US" sz="4000" dirty="0">
                <a:gradFill>
                  <a:gsLst>
                    <a:gs pos="0">
                      <a:srgbClr val="D2DBF5"/>
                    </a:gs>
                    <a:gs pos="100000">
                      <a:srgbClr val="8A95B6"/>
                    </a:gs>
                  </a:gsLst>
                  <a:lin ang="5400000" scaled="0"/>
                </a:gradFill>
              </a:rPr>
              <a:t>for your apps</a:t>
            </a:r>
          </a:p>
        </p:txBody>
      </p:sp>
    </p:spTree>
    <p:extLst>
      <p:ext uri="{BB962C8B-B14F-4D97-AF65-F5344CB8AC3E}">
        <p14:creationId xmlns:p14="http://schemas.microsoft.com/office/powerpoint/2010/main" val="3793804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vision for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.NET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8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Office">
      <a:majorFont>
        <a:latin typeface="Space Grotesk" panose="0000000000000000000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B0606030504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4c18777-103c-41e9-a015-2fe71723a707">
      <Terms xmlns="http://schemas.microsoft.com/office/infopath/2007/PartnerControls"/>
    </lcf76f155ced4ddcb4097134ff3c332f>
    <_ip_UnifiedCompliancePolicyProperties xmlns="http://schemas.microsoft.com/sharepoint/v3" xsi:nil="true"/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52F01250B3C4EA35319BECB5180E2" ma:contentTypeVersion="22" ma:contentTypeDescription="Create a new document." ma:contentTypeScope="" ma:versionID="96588bb72aa1f89cbba4d25d97eaf028">
  <xsd:schema xmlns:xsd="http://www.w3.org/2001/XMLSchema" xmlns:xs="http://www.w3.org/2001/XMLSchema" xmlns:p="http://schemas.microsoft.com/office/2006/metadata/properties" xmlns:ns1="http://schemas.microsoft.com/sharepoint/v3" xmlns:ns2="74c18777-103c-41e9-a015-2fe71723a707" xmlns:ns3="9db526e3-7318-4ba8-96a2-8e5be2712bf3" xmlns:ns4="230e9df3-be65-4c73-a93b-d1236ebd677e" targetNamespace="http://schemas.microsoft.com/office/2006/metadata/properties" ma:root="true" ma:fieldsID="f15e8688859909b215c574a0bc2ed038" ns1:_="" ns2:_="" ns3:_="" ns4:_="">
    <xsd:import namespace="http://schemas.microsoft.com/sharepoint/v3"/>
    <xsd:import namespace="74c18777-103c-41e9-a015-2fe71723a707"/>
    <xsd:import namespace="9db526e3-7318-4ba8-96a2-8e5be2712bf3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c18777-103c-41e9-a015-2fe71723a7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b526e3-7318-4ba8-96a2-8e5be2712bf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541692f7-c488-49e5-831f-b89804a85714}" ma:internalName="TaxCatchAll" ma:showField="CatchAllData" ma:web="9db526e3-7318-4ba8-96a2-8e5be2712b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29EBB6-9BE6-4823-87B7-48129F90C0A4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9db526e3-7318-4ba8-96a2-8e5be2712bf3"/>
    <ds:schemaRef ds:uri="230e9df3-be65-4c73-a93b-d1236ebd677e"/>
    <ds:schemaRef ds:uri="74c18777-103c-41e9-a015-2fe71723a707"/>
    <ds:schemaRef ds:uri="http://purl.org/dc/dcmitype/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7B16A34-4DC9-408D-BB09-3A8D4E106F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3D010E-C4B4-485D-8747-B24908B86D69}">
  <ds:schemaRefs>
    <ds:schemaRef ds:uri="230e9df3-be65-4c73-a93b-d1236ebd677e"/>
    <ds:schemaRef ds:uri="74c18777-103c-41e9-a015-2fe71723a707"/>
    <ds:schemaRef ds:uri="9db526e3-7318-4ba8-96a2-8e5be2712bf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716</Words>
  <Application>Microsoft Office PowerPoint</Application>
  <PresentationFormat>Widescreen</PresentationFormat>
  <Paragraphs>141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Space Grotesk</vt:lpstr>
      <vt:lpstr>Cascadia Code</vt:lpstr>
      <vt:lpstr>Open Sans</vt:lpstr>
      <vt:lpstr>Wingdings</vt:lpstr>
      <vt:lpstr>Arial</vt:lpstr>
      <vt:lpstr>1_Office Theme</vt:lpstr>
      <vt:lpstr>Title</vt:lpstr>
      <vt:lpstr>PowerPoint best practices</vt:lpstr>
      <vt:lpstr>Section title</vt:lpstr>
      <vt:lpstr>Title </vt:lpstr>
      <vt:lpstr>Title</vt:lpstr>
      <vt:lpstr>Code sample</vt:lpstr>
      <vt:lpstr>Pattern matching</vt:lpstr>
      <vt:lpstr>Make awesome apps</vt:lpstr>
      <vt:lpstr>Demo title</vt:lpstr>
      <vt:lpstr>A large statement looks great with 10 words or less</vt:lpstr>
      <vt:lpstr>The Microsoft technology made it easy for us. It just works. We saved months of development time in the process.</vt:lpstr>
      <vt:lpstr>Speaker name</vt:lpstr>
      <vt:lpstr>Thank you</vt:lpstr>
      <vt:lpstr>Color guidance</vt:lpstr>
      <vt:lpstr>PowerPoint Presentation</vt:lpstr>
      <vt:lpstr>Your icon library</vt:lpstr>
      <vt:lpstr>Your icon library</vt:lpstr>
      <vt:lpstr>Make awesome apps</vt:lpstr>
      <vt:lpstr>Announcing</vt:lpstr>
      <vt:lpstr>Welcome to</vt:lpstr>
      <vt:lpstr>A platform</vt:lpstr>
      <vt:lpstr>Our vision for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CoreAI-Template2025</dc:title>
  <dc:subject>PptxGenJS Presentation</dc:subject>
  <dc:creator>Jon Galloway</dc:creator>
  <cp:lastModifiedBy>Jon Galloway</cp:lastModifiedBy>
  <cp:revision>10</cp:revision>
  <dcterms:created xsi:type="dcterms:W3CDTF">2025-05-28T19:55:54Z</dcterms:created>
  <dcterms:modified xsi:type="dcterms:W3CDTF">2026-09-30T16:43:11Z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0x010100E0052F01250B3C4EA35319BECB5180E2</vt:lpwstr>
  </property>
  <property fmtid="{D5CDD505-2E9C-101B-9397-08002B2CF9AE}" pid="3" name="MediaServiceImageTags">
    <vt:lpwstr/>
  </property>
</Properties>
</file>